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96" r:id="rId5"/>
    <p:sldMasterId id="2147483708" r:id="rId6"/>
  </p:sldMasterIdLst>
  <p:notesMasterIdLst>
    <p:notesMasterId r:id="rId49"/>
  </p:notesMasterIdLst>
  <p:handoutMasterIdLst>
    <p:handoutMasterId r:id="rId50"/>
  </p:handoutMasterIdLst>
  <p:sldIdLst>
    <p:sldId id="552" r:id="rId7"/>
    <p:sldId id="324" r:id="rId8"/>
    <p:sldId id="326" r:id="rId9"/>
    <p:sldId id="529" r:id="rId10"/>
    <p:sldId id="558" r:id="rId11"/>
    <p:sldId id="559" r:id="rId12"/>
    <p:sldId id="560" r:id="rId13"/>
    <p:sldId id="625" r:id="rId14"/>
    <p:sldId id="561" r:id="rId15"/>
    <p:sldId id="562" r:id="rId16"/>
    <p:sldId id="567" r:id="rId17"/>
    <p:sldId id="568" r:id="rId18"/>
    <p:sldId id="569" r:id="rId19"/>
    <p:sldId id="570" r:id="rId20"/>
    <p:sldId id="571" r:id="rId21"/>
    <p:sldId id="626" r:id="rId22"/>
    <p:sldId id="627" r:id="rId23"/>
    <p:sldId id="588" r:id="rId24"/>
    <p:sldId id="574" r:id="rId25"/>
    <p:sldId id="655" r:id="rId26"/>
    <p:sldId id="579" r:id="rId27"/>
    <p:sldId id="580" r:id="rId28"/>
    <p:sldId id="581" r:id="rId29"/>
    <p:sldId id="582" r:id="rId30"/>
    <p:sldId id="583" r:id="rId31"/>
    <p:sldId id="584" r:id="rId32"/>
    <p:sldId id="585" r:id="rId33"/>
    <p:sldId id="677" r:id="rId34"/>
    <p:sldId id="577" r:id="rId35"/>
    <p:sldId id="578" r:id="rId36"/>
    <p:sldId id="652" r:id="rId37"/>
    <p:sldId id="586" r:id="rId38"/>
    <p:sldId id="587" r:id="rId39"/>
    <p:sldId id="656" r:id="rId40"/>
    <p:sldId id="657" r:id="rId41"/>
    <p:sldId id="658" r:id="rId42"/>
    <p:sldId id="659" r:id="rId43"/>
    <p:sldId id="660" r:id="rId44"/>
    <p:sldId id="661" r:id="rId45"/>
    <p:sldId id="662" r:id="rId46"/>
    <p:sldId id="663" r:id="rId47"/>
    <p:sldId id="664" r:id="rId48"/>
  </p:sldIdLst>
  <p:sldSz cx="9144000" cy="6858000" type="screen4x3"/>
  <p:notesSz cx="5781675" cy="8482013"/>
  <p:custDataLst>
    <p:tags r:id="rId51"/>
  </p:custDataLst>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66FF33"/>
    <a:srgbClr val="FFFF00"/>
    <a:srgbClr val="66FFFF"/>
    <a:srgbClr val="FFFFFF"/>
    <a:srgbClr val="000000"/>
    <a:srgbClr val="000066"/>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6"/>
    <p:restoredTop sz="94603"/>
  </p:normalViewPr>
  <p:slideViewPr>
    <p:cSldViewPr showGuides="1">
      <p:cViewPr varScale="1">
        <p:scale>
          <a:sx n="73" d="100"/>
          <a:sy n="73" d="100"/>
        </p:scale>
        <p:origin x="936" y="30"/>
      </p:cViewPr>
      <p:guideLst>
        <p:guide orient="horz" pos="2159"/>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viewProps" Target="viewProps.xml"/><Relationship Id="rId5" Type="http://schemas.openxmlformats.org/officeDocument/2006/relationships/slideMaster" Target="slideMasters/slideMaster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8" Type="http://schemas.openxmlformats.org/officeDocument/2006/relationships/slide" Target="slides/slide2.xml"/><Relationship Id="rId51" Type="http://schemas.openxmlformats.org/officeDocument/2006/relationships/tags" Target="tags/tag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4834" name="页眉占位符 504833"/>
          <p:cNvSpPr>
            <a:spLocks noGrp="1"/>
          </p:cNvSpPr>
          <p:nvPr>
            <p:ph type="hdr" sz="quarter"/>
          </p:nvPr>
        </p:nvSpPr>
        <p:spPr>
          <a:xfrm>
            <a:off x="0" y="0"/>
            <a:ext cx="2505075" cy="423863"/>
          </a:xfrm>
          <a:prstGeom prst="rect">
            <a:avLst/>
          </a:prstGeom>
          <a:noFill/>
          <a:ln w="9525">
            <a:noFill/>
          </a:ln>
        </p:spPr>
        <p:txBody>
          <a:bodyPr lIns="81500" tIns="40750" rIns="81500" bIns="40750"/>
          <a:lstStyle/>
          <a:p>
            <a:pPr lvl="0" defTabSz="814705" fontAlgn="base"/>
            <a:r>
              <a:rPr lang="zh-CN" altLang="en-US" sz="1100" strike="noStrike" noProof="1">
                <a:latin typeface="Arial" panose="020B0604020202020204" pitchFamily="34" charset="0"/>
                <a:ea typeface="宋体" panose="02010600030101010101" pitchFamily="2" charset="-122"/>
                <a:cs typeface="+mn-cs"/>
              </a:rPr>
              <a:t>信息工程学院·计算机组成原理</a:t>
            </a:r>
            <a:endParaRPr lang="zh-CN" altLang="en-US" sz="1100" strike="noStrike" noProof="1"/>
          </a:p>
        </p:txBody>
      </p:sp>
      <p:sp>
        <p:nvSpPr>
          <p:cNvPr id="504835" name="日期占位符 504834"/>
          <p:cNvSpPr>
            <a:spLocks noGrp="1"/>
          </p:cNvSpPr>
          <p:nvPr>
            <p:ph type="dt" sz="quarter" idx="1"/>
          </p:nvPr>
        </p:nvSpPr>
        <p:spPr>
          <a:xfrm>
            <a:off x="3275013" y="0"/>
            <a:ext cx="2505075" cy="423863"/>
          </a:xfrm>
          <a:prstGeom prst="rect">
            <a:avLst/>
          </a:prstGeom>
          <a:noFill/>
          <a:ln w="9525">
            <a:noFill/>
          </a:ln>
        </p:spPr>
        <p:txBody>
          <a:bodyPr lIns="81500" tIns="40750" rIns="81500" bIns="40750"/>
          <a:lstStyle/>
          <a:p>
            <a:pPr lvl="0" algn="r" defTabSz="814705" fontAlgn="base"/>
            <a:fld id="{BB962C8B-B14F-4D97-AF65-F5344CB8AC3E}" type="datetime1">
              <a:rPr lang="zh-CN" altLang="en-US" sz="1100" strike="noStrike" noProof="1" dirty="0">
                <a:latin typeface="Arial" panose="020B0604020202020204" pitchFamily="34" charset="0"/>
                <a:ea typeface="宋体" panose="02010600030101010101" pitchFamily="2" charset="-122"/>
                <a:cs typeface="+mn-cs"/>
              </a:rPr>
              <a:t>2024/6/18</a:t>
            </a:fld>
            <a:endParaRPr lang="zh-CN" altLang="en-US" sz="1100" strike="noStrike" noProof="1"/>
          </a:p>
        </p:txBody>
      </p:sp>
      <p:sp>
        <p:nvSpPr>
          <p:cNvPr id="504836" name="页脚占位符 504835"/>
          <p:cNvSpPr>
            <a:spLocks noGrp="1"/>
          </p:cNvSpPr>
          <p:nvPr>
            <p:ph type="ftr" sz="quarter" idx="2"/>
          </p:nvPr>
        </p:nvSpPr>
        <p:spPr>
          <a:xfrm>
            <a:off x="0" y="8056563"/>
            <a:ext cx="2505075" cy="423863"/>
          </a:xfrm>
          <a:prstGeom prst="rect">
            <a:avLst/>
          </a:prstGeom>
          <a:noFill/>
          <a:ln w="9525">
            <a:noFill/>
          </a:ln>
        </p:spPr>
        <p:txBody>
          <a:bodyPr lIns="81500" tIns="40750" rIns="81500" bIns="40750" anchor="b"/>
          <a:lstStyle/>
          <a:p>
            <a:pPr lvl="0" defTabSz="814705" fontAlgn="base"/>
            <a:r>
              <a:rPr lang="zh-CN" altLang="en-US" sz="1100" strike="noStrike" noProof="1">
                <a:latin typeface="Arial" panose="020B0604020202020204" pitchFamily="34" charset="0"/>
                <a:ea typeface="宋体" panose="02010600030101010101" pitchFamily="2" charset="-122"/>
                <a:cs typeface="+mn-cs"/>
              </a:rPr>
              <a:t>第1章 计算机概述</a:t>
            </a:r>
            <a:endParaRPr lang="zh-CN" altLang="en-US" sz="1100" strike="noStrike" noProof="1"/>
          </a:p>
        </p:txBody>
      </p:sp>
      <p:sp>
        <p:nvSpPr>
          <p:cNvPr id="504837" name="灯片编号占位符 504836"/>
          <p:cNvSpPr>
            <a:spLocks noGrp="1"/>
          </p:cNvSpPr>
          <p:nvPr>
            <p:ph type="sldNum" sz="quarter" idx="3"/>
          </p:nvPr>
        </p:nvSpPr>
        <p:spPr>
          <a:xfrm>
            <a:off x="3275013" y="8056563"/>
            <a:ext cx="2505075" cy="423863"/>
          </a:xfrm>
          <a:prstGeom prst="rect">
            <a:avLst/>
          </a:prstGeom>
          <a:noFill/>
          <a:ln w="9525">
            <a:noFill/>
          </a:ln>
        </p:spPr>
        <p:txBody>
          <a:bodyPr lIns="81500" tIns="40750" rIns="81500" bIns="40750" anchor="b"/>
          <a:lstStyle/>
          <a:p>
            <a:pPr lvl="0" algn="r" defTabSz="814705" fontAlgn="base"/>
            <a:r>
              <a:rPr lang="en-US" altLang="zh-CN" sz="1100" strike="noStrike" noProof="1">
                <a:latin typeface="Arial" panose="020B0604020202020204" pitchFamily="34" charset="0"/>
                <a:ea typeface="宋体" panose="02010600030101010101" pitchFamily="2" charset="-122"/>
                <a:cs typeface="+mn-cs"/>
              </a:rPr>
              <a:t>1-</a:t>
            </a:r>
            <a:fld id="{9A0DB2DC-4C9A-4742-B13C-FB6460FD3503}" type="slidenum">
              <a:rPr lang="zh-CN" altLang="en-US" sz="1100" strike="noStrike" noProof="1">
                <a:latin typeface="Arial" panose="020B0604020202020204" pitchFamily="34" charset="0"/>
                <a:ea typeface="宋体" panose="02010600030101010101" pitchFamily="2" charset="-122"/>
                <a:cs typeface="+mn-cs"/>
              </a:rPr>
              <a:t>‹#›</a:t>
            </a:fld>
            <a:endParaRPr lang="zh-CN" altLang="en-US" sz="1100"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9314" name="页眉占位符 269313"/>
          <p:cNvSpPr>
            <a:spLocks noGrp="1"/>
          </p:cNvSpPr>
          <p:nvPr>
            <p:ph type="hdr" sz="quarter"/>
          </p:nvPr>
        </p:nvSpPr>
        <p:spPr>
          <a:xfrm>
            <a:off x="0" y="0"/>
            <a:ext cx="2505075" cy="423863"/>
          </a:xfrm>
          <a:prstGeom prst="rect">
            <a:avLst/>
          </a:prstGeom>
          <a:noFill/>
          <a:ln w="9525">
            <a:noFill/>
          </a:ln>
        </p:spPr>
        <p:txBody>
          <a:bodyPr lIns="81500" tIns="40750" rIns="81500" bIns="40750"/>
          <a:lstStyle/>
          <a:p>
            <a:pPr lvl="0" defTabSz="814705" fontAlgn="base"/>
            <a:r>
              <a:rPr lang="zh-CN" altLang="en-US" sz="1100" strike="noStrike" noProof="1">
                <a:latin typeface="Arial" panose="020B0604020202020204" pitchFamily="34" charset="0"/>
                <a:ea typeface="宋体" panose="02010600030101010101" pitchFamily="2" charset="-122"/>
                <a:cs typeface="+mn-cs"/>
              </a:rPr>
              <a:t>信息工程学院·计算机组成原理</a:t>
            </a:r>
            <a:endParaRPr lang="zh-CN" altLang="en-US" sz="1100" strike="noStrike" noProof="1"/>
          </a:p>
        </p:txBody>
      </p:sp>
      <p:sp>
        <p:nvSpPr>
          <p:cNvPr id="269315" name="日期占位符 269314"/>
          <p:cNvSpPr>
            <a:spLocks noGrp="1"/>
          </p:cNvSpPr>
          <p:nvPr>
            <p:ph type="dt" idx="1"/>
          </p:nvPr>
        </p:nvSpPr>
        <p:spPr>
          <a:xfrm>
            <a:off x="3276600" y="0"/>
            <a:ext cx="2505075" cy="423863"/>
          </a:xfrm>
          <a:prstGeom prst="rect">
            <a:avLst/>
          </a:prstGeom>
          <a:noFill/>
          <a:ln w="9525">
            <a:noFill/>
          </a:ln>
        </p:spPr>
        <p:txBody>
          <a:bodyPr lIns="81500" tIns="40750" rIns="81500" bIns="40750"/>
          <a:lstStyle/>
          <a:p>
            <a:pPr lvl="0" algn="r" defTabSz="814705" fontAlgn="base"/>
            <a:fld id="{BB962C8B-B14F-4D97-AF65-F5344CB8AC3E}" type="datetime1">
              <a:rPr lang="zh-CN" altLang="en-US" sz="1100" strike="noStrike" noProof="1" dirty="0">
                <a:latin typeface="Arial" panose="020B0604020202020204" pitchFamily="34" charset="0"/>
                <a:ea typeface="宋体" panose="02010600030101010101" pitchFamily="2" charset="-122"/>
                <a:cs typeface="+mn-cs"/>
              </a:rPr>
              <a:t>2024/6/18</a:t>
            </a:fld>
            <a:endParaRPr lang="zh-CN" altLang="en-US" sz="1100" strike="noStrike" noProof="1"/>
          </a:p>
        </p:txBody>
      </p:sp>
      <p:sp>
        <p:nvSpPr>
          <p:cNvPr id="14340" name="幻灯片图像占位符 269315"/>
          <p:cNvSpPr>
            <a:spLocks noGrp="1" noRot="1" noChangeAspect="1" noTextEdit="1"/>
          </p:cNvSpPr>
          <p:nvPr>
            <p:ph type="sldImg"/>
          </p:nvPr>
        </p:nvSpPr>
        <p:spPr>
          <a:xfrm>
            <a:off x="771525" y="636588"/>
            <a:ext cx="4240213" cy="3179762"/>
          </a:xfrm>
          <a:prstGeom prst="rect">
            <a:avLst/>
          </a:prstGeom>
          <a:noFill/>
          <a:ln w="9525" cap="flat" cmpd="sng">
            <a:solidFill>
              <a:srgbClr val="000000"/>
            </a:solidFill>
            <a:prstDash val="solid"/>
            <a:miter/>
            <a:headEnd type="none" w="med" len="med"/>
            <a:tailEnd type="none" w="med" len="med"/>
          </a:ln>
        </p:spPr>
      </p:sp>
      <p:sp>
        <p:nvSpPr>
          <p:cNvPr id="14341" name="文本占位符 269316"/>
          <p:cNvSpPr>
            <a:spLocks noGrp="1"/>
          </p:cNvSpPr>
          <p:nvPr>
            <p:ph type="body" sz="quarter"/>
          </p:nvPr>
        </p:nvSpPr>
        <p:spPr>
          <a:xfrm>
            <a:off x="771525" y="4029075"/>
            <a:ext cx="4238625" cy="3816350"/>
          </a:xfrm>
          <a:prstGeom prst="rect">
            <a:avLst/>
          </a:prstGeom>
          <a:noFill/>
          <a:ln w="9525">
            <a:noFill/>
          </a:ln>
        </p:spPr>
        <p:txBody>
          <a:bodyPr lIns="81500" tIns="40750" rIns="81500" bIns="40750" anchor="t" anchorCtr="0"/>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269318" name="页脚占位符 269317"/>
          <p:cNvSpPr>
            <a:spLocks noGrp="1"/>
          </p:cNvSpPr>
          <p:nvPr>
            <p:ph type="ftr" sz="quarter" idx="4"/>
          </p:nvPr>
        </p:nvSpPr>
        <p:spPr>
          <a:xfrm>
            <a:off x="0" y="8058150"/>
            <a:ext cx="2505075" cy="423863"/>
          </a:xfrm>
          <a:prstGeom prst="rect">
            <a:avLst/>
          </a:prstGeom>
          <a:noFill/>
          <a:ln w="9525">
            <a:noFill/>
          </a:ln>
        </p:spPr>
        <p:txBody>
          <a:bodyPr lIns="81500" tIns="40750" rIns="81500" bIns="40750" anchor="b"/>
          <a:lstStyle/>
          <a:p>
            <a:pPr lvl="0" defTabSz="814705" fontAlgn="base"/>
            <a:r>
              <a:rPr lang="zh-CN" altLang="en-US" sz="1100" strike="noStrike" noProof="1">
                <a:latin typeface="Arial" panose="020B0604020202020204" pitchFamily="34" charset="0"/>
                <a:ea typeface="宋体" panose="02010600030101010101" pitchFamily="2" charset="-122"/>
                <a:cs typeface="+mn-cs"/>
              </a:rPr>
              <a:t>第1章 计算机概述</a:t>
            </a:r>
            <a:endParaRPr lang="zh-CN" altLang="en-US" sz="1100" strike="noStrike" noProof="1"/>
          </a:p>
        </p:txBody>
      </p:sp>
      <p:sp>
        <p:nvSpPr>
          <p:cNvPr id="269319" name="灯片编号占位符 269318"/>
          <p:cNvSpPr>
            <a:spLocks noGrp="1"/>
          </p:cNvSpPr>
          <p:nvPr>
            <p:ph type="sldNum" sz="quarter" idx="5"/>
          </p:nvPr>
        </p:nvSpPr>
        <p:spPr>
          <a:xfrm>
            <a:off x="3276600" y="8058150"/>
            <a:ext cx="2505075" cy="423863"/>
          </a:xfrm>
          <a:prstGeom prst="rect">
            <a:avLst/>
          </a:prstGeom>
          <a:noFill/>
          <a:ln w="9525">
            <a:noFill/>
          </a:ln>
        </p:spPr>
        <p:txBody>
          <a:bodyPr lIns="81500" tIns="40750" rIns="81500" bIns="40750" anchor="b"/>
          <a:lstStyle/>
          <a:p>
            <a:pPr lvl="0" algn="r" defTabSz="814705" fontAlgn="base"/>
            <a:fld id="{9A0DB2DC-4C9A-4742-B13C-FB6460FD3503}" type="slidenum">
              <a:rPr lang="zh-CN" altLang="en-US" sz="1100" strike="noStrike" noProof="1" dirty="0">
                <a:latin typeface="Arial" panose="020B0604020202020204" pitchFamily="34" charset="0"/>
                <a:ea typeface="宋体" panose="02010600030101010101" pitchFamily="2" charset="-122"/>
                <a:cs typeface="+mn-cs"/>
              </a:rPr>
              <a:t>‹#›</a:t>
            </a:fld>
            <a:endParaRPr lang="zh-CN" altLang="en-US" sz="1100" strike="noStrike" noProof="1"/>
          </a:p>
        </p:txBody>
      </p:sp>
    </p:spTree>
  </p:cSld>
  <p:clrMap bg1="lt1" tx1="dk1" bg2="lt2" tx2="dk2" accent1="accent1" accent2="accent2" accent3="accent3" accent4="accent4" accent5="accent5" accent6="accent6" hlink="hlink" folHlink="folHlink"/>
  <p:hf sldNum="0" hdr="0" ftr="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页眉占位符 1"/>
          <p:cNvSpPr>
            <a:spLocks noGrp="1"/>
          </p:cNvSpPr>
          <p:nvPr>
            <p:ph type="hdr" sz="quarter"/>
          </p:nvPr>
        </p:nvSpPr>
        <p:spPr>
          <a:xfrm>
            <a:off x="0" y="0"/>
            <a:ext cx="2505075" cy="423863"/>
          </a:xfrm>
          <a:prstGeom prst="rect">
            <a:avLst/>
          </a:prstGeom>
          <a:noFill/>
          <a:ln w="9525">
            <a:noFill/>
          </a:ln>
        </p:spPr>
        <p:txBody>
          <a:bodyPr lIns="81500" tIns="40750" rIns="81500" bIns="40750" anchor="t" anchorCtr="0"/>
          <a:lstStyle/>
          <a:p>
            <a:pPr lvl="0" defTabSz="814705"/>
            <a:r>
              <a:rPr lang="zh-CN" altLang="en-US" sz="1100" dirty="0">
                <a:latin typeface="Arial" panose="020B0604020202020204" pitchFamily="34" charset="0"/>
                <a:ea typeface="宋体" panose="02010600030101010101" pitchFamily="2" charset="-122"/>
              </a:rPr>
              <a:t>信息工程学院·计算机组成原理</a:t>
            </a:r>
          </a:p>
        </p:txBody>
      </p:sp>
      <p:sp>
        <p:nvSpPr>
          <p:cNvPr id="17410" name="日期占位符 2"/>
          <p:cNvSpPr>
            <a:spLocks noGrp="1"/>
          </p:cNvSpPr>
          <p:nvPr>
            <p:ph type="dt" sz="half"/>
          </p:nvPr>
        </p:nvSpPr>
        <p:spPr>
          <a:xfrm>
            <a:off x="3276600" y="0"/>
            <a:ext cx="2505075" cy="423863"/>
          </a:xfrm>
          <a:prstGeom prst="rect">
            <a:avLst/>
          </a:prstGeom>
          <a:noFill/>
          <a:ln w="9525">
            <a:noFill/>
          </a:ln>
        </p:spPr>
        <p:txBody>
          <a:bodyPr lIns="81500" tIns="40750" rIns="81500" bIns="40750" anchor="t" anchorCtr="0"/>
          <a:lstStyle/>
          <a:p>
            <a:pPr lvl="0" algn="r" defTabSz="814705"/>
            <a:fld id="{BB962C8B-B14F-4D97-AF65-F5344CB8AC3E}" type="datetime1">
              <a:rPr lang="zh-CN" altLang="en-US" sz="1100" dirty="0">
                <a:latin typeface="Arial" panose="020B0604020202020204" pitchFamily="34" charset="0"/>
                <a:ea typeface="宋体" panose="02010600030101010101" pitchFamily="2" charset="-122"/>
              </a:rPr>
              <a:t>2024/6/18</a:t>
            </a:fld>
            <a:endParaRPr lang="zh-CN" altLang="en-US" sz="1100" dirty="0">
              <a:latin typeface="Arial" panose="020B0604020202020204" pitchFamily="34" charset="0"/>
              <a:ea typeface="宋体" panose="02010600030101010101" pitchFamily="2" charset="-122"/>
            </a:endParaRPr>
          </a:p>
        </p:txBody>
      </p:sp>
      <p:sp>
        <p:nvSpPr>
          <p:cNvPr id="17411" name="页脚占位符 3"/>
          <p:cNvSpPr>
            <a:spLocks noGrp="1"/>
          </p:cNvSpPr>
          <p:nvPr>
            <p:ph type="ftr" sz="quarter"/>
          </p:nvPr>
        </p:nvSpPr>
        <p:spPr>
          <a:xfrm>
            <a:off x="0" y="8058150"/>
            <a:ext cx="2505075" cy="423863"/>
          </a:xfrm>
          <a:prstGeom prst="rect">
            <a:avLst/>
          </a:prstGeom>
          <a:noFill/>
          <a:ln w="9525">
            <a:noFill/>
          </a:ln>
        </p:spPr>
        <p:txBody>
          <a:bodyPr lIns="81500" tIns="40750" rIns="81500" bIns="40750" anchor="b" anchorCtr="0"/>
          <a:lstStyle/>
          <a:p>
            <a:pPr lvl="0" defTabSz="814705"/>
            <a:r>
              <a:rPr lang="zh-CN" altLang="en-US" sz="1100" dirty="0">
                <a:latin typeface="Arial" panose="020B0604020202020204" pitchFamily="34" charset="0"/>
                <a:ea typeface="宋体" panose="02010600030101010101" pitchFamily="2" charset="-122"/>
              </a:rPr>
              <a:t>第1章 计算机概述</a:t>
            </a:r>
          </a:p>
        </p:txBody>
      </p:sp>
      <p:sp>
        <p:nvSpPr>
          <p:cNvPr id="17412" name="灯片编号占位符 4"/>
          <p:cNvSpPr>
            <a:spLocks noGrp="1"/>
          </p:cNvSpPr>
          <p:nvPr>
            <p:ph type="sldNum" sz="quarter"/>
          </p:nvPr>
        </p:nvSpPr>
        <p:spPr>
          <a:xfrm>
            <a:off x="3276600" y="8058150"/>
            <a:ext cx="2505075" cy="423863"/>
          </a:xfrm>
          <a:prstGeom prst="rect">
            <a:avLst/>
          </a:prstGeom>
          <a:noFill/>
          <a:ln w="9525">
            <a:noFill/>
          </a:ln>
        </p:spPr>
        <p:txBody>
          <a:bodyPr lIns="81500" tIns="40750" rIns="81500" bIns="40750" anchor="b" anchorCtr="0"/>
          <a:lstStyle/>
          <a:p>
            <a:pPr lvl="0" algn="r" defTabSz="814705"/>
            <a:fld id="{9A0DB2DC-4C9A-4742-B13C-FB6460FD3503}" type="slidenum">
              <a:rPr lang="zh-CN" altLang="en-US" sz="1100" dirty="0">
                <a:latin typeface="Arial" panose="020B0604020202020204" pitchFamily="34" charset="0"/>
                <a:ea typeface="宋体" panose="02010600030101010101" pitchFamily="2" charset="-122"/>
              </a:rPr>
              <a:t>2</a:t>
            </a:fld>
            <a:endParaRPr lang="zh-CN" altLang="en-US" sz="1100" dirty="0">
              <a:latin typeface="Arial" panose="020B0604020202020204" pitchFamily="34" charset="0"/>
              <a:ea typeface="宋体" panose="02010600030101010101" pitchFamily="2" charset="-122"/>
            </a:endParaRPr>
          </a:p>
        </p:txBody>
      </p:sp>
      <p:sp>
        <p:nvSpPr>
          <p:cNvPr id="17413" name="幻灯片图像占位符 274433"/>
          <p:cNvSpPr>
            <a:spLocks noGrp="1" noRot="1" noChangeAspect="1" noTextEdit="1"/>
          </p:cNvSpPr>
          <p:nvPr>
            <p:ph type="sldImg"/>
          </p:nvPr>
        </p:nvSpPr>
        <p:spPr>
          <a:solidFill>
            <a:srgbClr val="FFFFFF"/>
          </a:solidFill>
        </p:spPr>
      </p:sp>
      <p:sp>
        <p:nvSpPr>
          <p:cNvPr id="17414" name="文本占位符 274434"/>
          <p:cNvSpPr>
            <a:spLocks noGrp="1"/>
          </p:cNvSpPr>
          <p:nvPr>
            <p:ph type="body"/>
          </p:nvPr>
        </p:nvSpPr>
        <p:spPr>
          <a:solidFill>
            <a:srgbClr val="FFFFFF"/>
          </a:solidFill>
          <a:ln>
            <a:solidFill>
              <a:srgbClr val="000000"/>
            </a:solidFill>
            <a:miter/>
          </a:ln>
        </p:spPr>
        <p:txBody>
          <a:bodyPr vert="horz" wrap="square" lIns="81500" tIns="40750" rIns="81500" bIns="40750" anchor="t" anchorCtr="0"/>
          <a:lstStyle/>
          <a:p>
            <a:pPr lvl="0"/>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页眉占位符 1"/>
          <p:cNvSpPr>
            <a:spLocks noGrp="1"/>
          </p:cNvSpPr>
          <p:nvPr>
            <p:ph type="hdr" sz="quarter"/>
          </p:nvPr>
        </p:nvSpPr>
        <p:spPr>
          <a:xfrm>
            <a:off x="0" y="0"/>
            <a:ext cx="2505075" cy="423863"/>
          </a:xfrm>
          <a:prstGeom prst="rect">
            <a:avLst/>
          </a:prstGeom>
          <a:noFill/>
          <a:ln w="9525">
            <a:noFill/>
          </a:ln>
        </p:spPr>
        <p:txBody>
          <a:bodyPr lIns="81500" tIns="40750" rIns="81500" bIns="40750" anchor="t" anchorCtr="0"/>
          <a:lstStyle/>
          <a:p>
            <a:pPr lvl="0" defTabSz="814705"/>
            <a:r>
              <a:rPr lang="zh-CN" altLang="en-US" sz="1100" dirty="0">
                <a:latin typeface="Arial" panose="020B0604020202020204" pitchFamily="34" charset="0"/>
                <a:ea typeface="宋体" panose="02010600030101010101" pitchFamily="2" charset="-122"/>
              </a:rPr>
              <a:t>信息工程学院·计算机组成原理</a:t>
            </a:r>
          </a:p>
        </p:txBody>
      </p:sp>
      <p:sp>
        <p:nvSpPr>
          <p:cNvPr id="19458" name="日期占位符 2"/>
          <p:cNvSpPr>
            <a:spLocks noGrp="1"/>
          </p:cNvSpPr>
          <p:nvPr>
            <p:ph type="dt" sz="half"/>
          </p:nvPr>
        </p:nvSpPr>
        <p:spPr>
          <a:xfrm>
            <a:off x="3276600" y="0"/>
            <a:ext cx="2505075" cy="423863"/>
          </a:xfrm>
          <a:prstGeom prst="rect">
            <a:avLst/>
          </a:prstGeom>
          <a:noFill/>
          <a:ln w="9525">
            <a:noFill/>
          </a:ln>
        </p:spPr>
        <p:txBody>
          <a:bodyPr lIns="81500" tIns="40750" rIns="81500" bIns="40750" anchor="t" anchorCtr="0"/>
          <a:lstStyle/>
          <a:p>
            <a:pPr lvl="0" algn="r" defTabSz="814705"/>
            <a:fld id="{BB962C8B-B14F-4D97-AF65-F5344CB8AC3E}" type="datetime1">
              <a:rPr lang="zh-CN" altLang="en-US" sz="1100" dirty="0">
                <a:latin typeface="Arial" panose="020B0604020202020204" pitchFamily="34" charset="0"/>
                <a:ea typeface="宋体" panose="02010600030101010101" pitchFamily="2" charset="-122"/>
              </a:rPr>
              <a:t>2024/6/18</a:t>
            </a:fld>
            <a:endParaRPr lang="zh-CN" altLang="en-US" sz="1100" dirty="0">
              <a:latin typeface="Arial" panose="020B0604020202020204" pitchFamily="34" charset="0"/>
              <a:ea typeface="宋体" panose="02010600030101010101" pitchFamily="2" charset="-122"/>
            </a:endParaRPr>
          </a:p>
        </p:txBody>
      </p:sp>
      <p:sp>
        <p:nvSpPr>
          <p:cNvPr id="19459" name="页脚占位符 3"/>
          <p:cNvSpPr>
            <a:spLocks noGrp="1"/>
          </p:cNvSpPr>
          <p:nvPr>
            <p:ph type="ftr" sz="quarter"/>
          </p:nvPr>
        </p:nvSpPr>
        <p:spPr>
          <a:xfrm>
            <a:off x="0" y="8058150"/>
            <a:ext cx="2505075" cy="423863"/>
          </a:xfrm>
          <a:prstGeom prst="rect">
            <a:avLst/>
          </a:prstGeom>
          <a:noFill/>
          <a:ln w="9525">
            <a:noFill/>
          </a:ln>
        </p:spPr>
        <p:txBody>
          <a:bodyPr lIns="81500" tIns="40750" rIns="81500" bIns="40750" anchor="b" anchorCtr="0"/>
          <a:lstStyle/>
          <a:p>
            <a:pPr lvl="0" defTabSz="814705"/>
            <a:r>
              <a:rPr lang="zh-CN" altLang="en-US" sz="1100" dirty="0">
                <a:latin typeface="Arial" panose="020B0604020202020204" pitchFamily="34" charset="0"/>
                <a:ea typeface="宋体" panose="02010600030101010101" pitchFamily="2" charset="-122"/>
              </a:rPr>
              <a:t>第1章 计算机概述</a:t>
            </a:r>
          </a:p>
        </p:txBody>
      </p:sp>
      <p:sp>
        <p:nvSpPr>
          <p:cNvPr id="19460" name="灯片编号占位符 4"/>
          <p:cNvSpPr>
            <a:spLocks noGrp="1"/>
          </p:cNvSpPr>
          <p:nvPr>
            <p:ph type="sldNum" sz="quarter"/>
          </p:nvPr>
        </p:nvSpPr>
        <p:spPr>
          <a:xfrm>
            <a:off x="3276600" y="8058150"/>
            <a:ext cx="2505075" cy="423863"/>
          </a:xfrm>
          <a:prstGeom prst="rect">
            <a:avLst/>
          </a:prstGeom>
          <a:noFill/>
          <a:ln w="9525">
            <a:noFill/>
          </a:ln>
        </p:spPr>
        <p:txBody>
          <a:bodyPr lIns="81500" tIns="40750" rIns="81500" bIns="40750" anchor="b" anchorCtr="0"/>
          <a:lstStyle/>
          <a:p>
            <a:pPr lvl="0" algn="r" defTabSz="814705"/>
            <a:fld id="{9A0DB2DC-4C9A-4742-B13C-FB6460FD3503}" type="slidenum">
              <a:rPr lang="zh-CN" altLang="en-US" sz="1100" dirty="0">
                <a:latin typeface="Arial" panose="020B0604020202020204" pitchFamily="34" charset="0"/>
                <a:ea typeface="宋体" panose="02010600030101010101" pitchFamily="2" charset="-122"/>
              </a:rPr>
              <a:t>3</a:t>
            </a:fld>
            <a:endParaRPr lang="zh-CN" altLang="en-US" sz="1100" dirty="0">
              <a:latin typeface="Arial" panose="020B0604020202020204" pitchFamily="34" charset="0"/>
              <a:ea typeface="宋体" panose="02010600030101010101" pitchFamily="2" charset="-122"/>
            </a:endParaRPr>
          </a:p>
        </p:txBody>
      </p:sp>
      <p:sp>
        <p:nvSpPr>
          <p:cNvPr id="19461" name="幻灯片图像占位符 277505"/>
          <p:cNvSpPr>
            <a:spLocks noGrp="1" noRot="1" noChangeAspect="1" noTextEdit="1"/>
          </p:cNvSpPr>
          <p:nvPr>
            <p:ph type="sldImg"/>
          </p:nvPr>
        </p:nvSpPr>
        <p:spPr>
          <a:solidFill>
            <a:srgbClr val="FFFFFF"/>
          </a:solidFill>
        </p:spPr>
      </p:sp>
      <p:sp>
        <p:nvSpPr>
          <p:cNvPr id="19462" name="文本占位符 277506"/>
          <p:cNvSpPr>
            <a:spLocks noGrp="1"/>
          </p:cNvSpPr>
          <p:nvPr>
            <p:ph type="body"/>
          </p:nvPr>
        </p:nvSpPr>
        <p:spPr>
          <a:solidFill>
            <a:srgbClr val="FFFFFF"/>
          </a:solidFill>
          <a:ln>
            <a:solidFill>
              <a:srgbClr val="000000"/>
            </a:solidFill>
            <a:miter/>
          </a:ln>
        </p:spPr>
        <p:txBody>
          <a:bodyPr vert="horz" wrap="square" lIns="81500" tIns="40750" rIns="81500" bIns="40750" anchor="t" anchorCtr="0"/>
          <a:lstStyle/>
          <a:p>
            <a:pPr lvl="0"/>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gradFill rotWithShape="0">
          <a:gsLst>
            <a:gs pos="0">
              <a:srgbClr val="181876"/>
            </a:gs>
            <a:gs pos="50000">
              <a:srgbClr val="3333FF"/>
            </a:gs>
            <a:gs pos="100000">
              <a:srgbClr val="181876"/>
            </a:gs>
          </a:gsLst>
          <a:lin ang="18900000" scaled="1"/>
          <a:tileRect/>
        </a:gradFill>
        <a:effectLst/>
      </p:bgPr>
    </p:bg>
    <p:spTree>
      <p:nvGrpSpPr>
        <p:cNvPr id="1" name=""/>
        <p:cNvGrpSpPr/>
        <p:nvPr/>
      </p:nvGrpSpPr>
      <p:grpSpPr>
        <a:xfrm>
          <a:off x="0" y="0"/>
          <a:ext cx="0" cy="0"/>
          <a:chOff x="0" y="0"/>
          <a:chExt cx="0" cy="0"/>
        </a:xfrm>
      </p:grpSpPr>
      <p:pic>
        <p:nvPicPr>
          <p:cNvPr id="8194" name="图片 526342" descr="ZZU"/>
          <p:cNvPicPr>
            <a:picLocks noChangeAspect="1"/>
          </p:cNvPicPr>
          <p:nvPr userDrawn="1"/>
        </p:nvPicPr>
        <p:blipFill>
          <a:blip r:embed="rId2"/>
          <a:stretch>
            <a:fillRect/>
          </a:stretch>
        </p:blipFill>
        <p:spPr>
          <a:xfrm>
            <a:off x="0" y="0"/>
            <a:ext cx="1042988" cy="1042988"/>
          </a:xfrm>
          <a:prstGeom prst="rect">
            <a:avLst/>
          </a:prstGeom>
          <a:noFill/>
          <a:ln w="9525">
            <a:noFill/>
          </a:ln>
        </p:spPr>
      </p:pic>
      <p:sp>
        <p:nvSpPr>
          <p:cNvPr id="526338" name="标题 526337"/>
          <p:cNvSpPr>
            <a:spLocks noGrp="1"/>
          </p:cNvSpPr>
          <p:nvPr>
            <p:ph type="ctrTitle"/>
          </p:nvPr>
        </p:nvSpPr>
        <p:spPr>
          <a:xfrm>
            <a:off x="990600" y="304800"/>
            <a:ext cx="7772400" cy="1143000"/>
          </a:xfrm>
          <a:prstGeom prst="rect">
            <a:avLst/>
          </a:prstGeom>
          <a:noFill/>
          <a:ln w="9525">
            <a:noFill/>
          </a:ln>
        </p:spPr>
        <p:txBody>
          <a:bodyPr anchor="b"/>
          <a:lstStyle>
            <a:lvl1pPr lvl="0">
              <a:buClrTx/>
              <a:buSzTx/>
              <a:buFontTx/>
              <a:defRPr/>
            </a:lvl1pPr>
          </a:lstStyle>
          <a:p>
            <a:pPr lvl="0" fontAlgn="base"/>
            <a:r>
              <a:rPr lang="zh-CN" altLang="en-US" strike="noStrike" noProof="1"/>
              <a:t>单击此处编辑母版标题样式</a:t>
            </a:r>
          </a:p>
        </p:txBody>
      </p:sp>
      <p:sp>
        <p:nvSpPr>
          <p:cNvPr id="526339" name="副标题 526338"/>
          <p:cNvSpPr>
            <a:spLocks noGrp="1"/>
          </p:cNvSpPr>
          <p:nvPr>
            <p:ph type="subTitle" idx="1"/>
          </p:nvPr>
        </p:nvSpPr>
        <p:spPr>
          <a:xfrm>
            <a:off x="1371600" y="3886200"/>
            <a:ext cx="6400800" cy="1752600"/>
          </a:xfrm>
          <a:prstGeom prst="rect">
            <a:avLst/>
          </a:prstGeom>
          <a:noFill/>
          <a:ln w="9525">
            <a:noFill/>
          </a:ln>
        </p:spPr>
        <p:txBody>
          <a:bodyPr anchor="t"/>
          <a:lstStyle>
            <a:lvl1pPr marL="0" lvl="0" indent="0" algn="ctr">
              <a:buClr>
                <a:schemeClr val="folHlink"/>
              </a:buClr>
              <a:buSzPct val="60000"/>
              <a:buFont typeface="Wingdings" panose="05000000000000000000" pitchFamily="2" charset="2"/>
              <a:buNone/>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lvl="0" fontAlgn="base"/>
            <a:r>
              <a:rPr lang="zh-CN" altLang="en-US" strike="noStrike" noProof="1"/>
              <a:t>单击此处编辑母版副标题样式</a:t>
            </a:r>
          </a:p>
        </p:txBody>
      </p:sp>
      <p:sp>
        <p:nvSpPr>
          <p:cNvPr id="526340" name="日期占位符 526339"/>
          <p:cNvSpPr>
            <a:spLocks noGrp="1"/>
          </p:cNvSpPr>
          <p:nvPr>
            <p:ph type="dt" sz="half" idx="2"/>
          </p:nvPr>
        </p:nvSpPr>
        <p:spPr>
          <a:xfrm>
            <a:off x="990600" y="6248400"/>
            <a:ext cx="1905000" cy="457200"/>
          </a:xfrm>
          <a:prstGeom prst="rect">
            <a:avLst/>
          </a:prstGeom>
          <a:noFill/>
          <a:ln w="9525">
            <a:noFill/>
          </a:ln>
        </p:spPr>
        <p:txBody>
          <a:bodyPr anchor="b"/>
          <a:lstStyle>
            <a:lvl1pPr>
              <a:defRPr sz="1400">
                <a:solidFill>
                  <a:schemeClr val="bg2"/>
                </a:solidFill>
                <a:latin typeface="Tahoma" panose="020B0604030504040204" pitchFamily="34" charset="0"/>
              </a:defRPr>
            </a:lvl1pPr>
          </a:lstStyle>
          <a:p>
            <a:pPr fontAlgn="base"/>
            <a:endParaRPr lang="zh-CN" altLang="en-US" strike="noStrike" noProof="1">
              <a:latin typeface="Arial" panose="020B0604020202020204" pitchFamily="34" charset="0"/>
            </a:endParaRPr>
          </a:p>
        </p:txBody>
      </p:sp>
      <p:sp>
        <p:nvSpPr>
          <p:cNvPr id="526341" name="页脚占位符 526340"/>
          <p:cNvSpPr>
            <a:spLocks noGrp="1"/>
          </p:cNvSpPr>
          <p:nvPr>
            <p:ph type="ftr" sz="quarter" idx="3"/>
          </p:nvPr>
        </p:nvSpPr>
        <p:spPr>
          <a:xfrm>
            <a:off x="3429000" y="6248400"/>
            <a:ext cx="2895600" cy="457200"/>
          </a:xfrm>
          <a:prstGeom prst="rect">
            <a:avLst/>
          </a:prstGeom>
          <a:noFill/>
          <a:ln w="9525">
            <a:noFill/>
          </a:ln>
        </p:spPr>
        <p:txBody>
          <a:bodyPr anchor="b"/>
          <a:lstStyle>
            <a:lvl1pPr algn="ctr">
              <a:defRPr sz="1400">
                <a:solidFill>
                  <a:schemeClr val="bg2"/>
                </a:solidFill>
                <a:latin typeface="Tahoma" panose="020B0604030504040204" pitchFamily="34" charset="0"/>
              </a:defRPr>
            </a:lvl1pPr>
          </a:lstStyle>
          <a:p>
            <a:pPr fontAlgn="base"/>
            <a:endParaRPr lang="zh-CN" altLang="en-US" strike="noStrike" noProof="1"/>
          </a:p>
        </p:txBody>
      </p:sp>
      <p:sp>
        <p:nvSpPr>
          <p:cNvPr id="526342" name="灯片编号占位符 526341"/>
          <p:cNvSpPr>
            <a:spLocks noGrp="1"/>
          </p:cNvSpPr>
          <p:nvPr>
            <p:ph type="sldNum" sz="quarter" idx="4"/>
          </p:nvPr>
        </p:nvSpPr>
        <p:spPr>
          <a:xfrm>
            <a:off x="6858000" y="6248400"/>
            <a:ext cx="1905000" cy="457200"/>
          </a:xfrm>
          <a:prstGeom prst="rect">
            <a:avLst/>
          </a:prstGeom>
          <a:noFill/>
          <a:ln w="9525">
            <a:noFill/>
          </a:ln>
        </p:spPr>
        <p:txBody>
          <a:bodyPr anchor="b"/>
          <a:lstStyle>
            <a:lvl1pPr algn="r">
              <a:defRPr sz="1400">
                <a:solidFill>
                  <a:schemeClr val="bg2"/>
                </a:solidFill>
                <a:latin typeface="Tahoma" panose="020B0604030504040204" pitchFamily="34" charset="0"/>
              </a:defRPr>
            </a:lvl1pPr>
          </a:lstStyle>
          <a:p>
            <a:pPr fontAlgn="base"/>
            <a:fld id="{9A0DB2DC-4C9A-4742-B13C-FB6460FD3503}" type="slidenum">
              <a:rPr lang="zh-CN" altLang="en-US" strike="noStrike" noProof="1" dirty="0">
                <a:latin typeface="Tahoma" panose="020B060403050404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ahoma" panose="020B060403050404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ahoma" panose="020B060403050404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1182688" y="2017713"/>
            <a:ext cx="3808476"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5146612" y="2017713"/>
            <a:ext cx="3808476"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ahoma" panose="020B060403050404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Tahoma" panose="020B060403050404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ahoma" panose="020B060403050404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Tahoma" panose="020B060403050404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ahoma" panose="020B060403050404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ahoma" panose="020B060403050404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ahoma" panose="020B060403050404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2066" y="228600"/>
            <a:ext cx="1953022" cy="590391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1143000" y="228600"/>
            <a:ext cx="5745847" cy="590391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ahoma" panose="020B060403050404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r>
              <a:rPr lang="zh-CN" altLang="en-US" strike="noStrike" noProof="1">
                <a:latin typeface="Arial" panose="020B0604020202020204" pitchFamily="34" charset="0"/>
                <a:ea typeface="宋体" panose="02010600030101010101" pitchFamily="2" charset="-122"/>
                <a:cs typeface="+mn-cs"/>
              </a:rPr>
              <a:t>第</a:t>
            </a:r>
            <a:fld id="{9A0DB2DC-4C9A-4742-B13C-FB6460FD3503}" type="slidenum">
              <a:rPr lang="zh-CN" altLang="en-US" sz="1400" strike="noStrike" noProof="1" dirty="0">
                <a:latin typeface="Arial" panose="020B0604020202020204" pitchFamily="34" charset="0"/>
                <a:ea typeface="宋体" panose="02010600030101010101" pitchFamily="2" charset="-122"/>
                <a:cs typeface="+mn-cs"/>
              </a:rPr>
              <a:t>‹#›</a:t>
            </a:fld>
            <a:r>
              <a:rPr lang="zh-CN" altLang="en-US" sz="1400" strike="noStrike" noProof="1">
                <a:latin typeface="Arial" panose="020B0604020202020204" pitchFamily="34" charset="0"/>
                <a:ea typeface="宋体" panose="02010600030101010101" pitchFamily="2" charset="-122"/>
                <a:cs typeface="+mn-cs"/>
              </a:rPr>
              <a:t>页</a:t>
            </a:r>
            <a:endParaRPr lang="zh-CN" altLang="en-US" sz="1400" strike="noStrike" noProof="1">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r>
              <a:rPr lang="zh-CN" altLang="en-US" strike="noStrike" noProof="1">
                <a:latin typeface="Arial" panose="020B0604020202020204" pitchFamily="34" charset="0"/>
                <a:ea typeface="宋体" panose="02010600030101010101" pitchFamily="2" charset="-122"/>
                <a:cs typeface="+mn-cs"/>
              </a:rPr>
              <a:t>第</a:t>
            </a:r>
            <a:fld id="{9A0DB2DC-4C9A-4742-B13C-FB6460FD3503}" type="slidenum">
              <a:rPr lang="zh-CN" altLang="en-US" sz="1400" strike="noStrike" noProof="1" dirty="0">
                <a:latin typeface="Arial" panose="020B0604020202020204" pitchFamily="34" charset="0"/>
                <a:ea typeface="宋体" panose="02010600030101010101" pitchFamily="2" charset="-122"/>
                <a:cs typeface="+mn-cs"/>
              </a:rPr>
              <a:t>‹#›</a:t>
            </a:fld>
            <a:r>
              <a:rPr lang="zh-CN" altLang="en-US" sz="1400" strike="noStrike" noProof="1">
                <a:latin typeface="Arial" panose="020B0604020202020204" pitchFamily="34" charset="0"/>
                <a:ea typeface="宋体" panose="02010600030101010101" pitchFamily="2" charset="-122"/>
                <a:cs typeface="+mn-cs"/>
              </a:rPr>
              <a:t>页</a:t>
            </a:r>
            <a:endParaRPr lang="zh-CN" altLang="en-US" sz="1400" strike="noStrike" noProof="1">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r>
              <a:rPr lang="zh-CN" altLang="en-US" strike="noStrike" noProof="1">
                <a:latin typeface="Arial" panose="020B0604020202020204" pitchFamily="34" charset="0"/>
                <a:ea typeface="宋体" panose="02010600030101010101" pitchFamily="2" charset="-122"/>
                <a:cs typeface="+mn-cs"/>
              </a:rPr>
              <a:t>第</a:t>
            </a:r>
            <a:fld id="{9A0DB2DC-4C9A-4742-B13C-FB6460FD3503}" type="slidenum">
              <a:rPr lang="zh-CN" altLang="en-US" sz="1400" strike="noStrike" noProof="1" dirty="0">
                <a:latin typeface="Arial" panose="020B0604020202020204" pitchFamily="34" charset="0"/>
                <a:ea typeface="宋体" panose="02010600030101010101" pitchFamily="2" charset="-122"/>
                <a:cs typeface="+mn-cs"/>
              </a:rPr>
              <a:t>‹#›</a:t>
            </a:fld>
            <a:r>
              <a:rPr lang="zh-CN" altLang="en-US" sz="1400" strike="noStrike" noProof="1">
                <a:latin typeface="Arial" panose="020B0604020202020204" pitchFamily="34" charset="0"/>
                <a:ea typeface="宋体" panose="02010600030101010101" pitchFamily="2" charset="-122"/>
                <a:cs typeface="+mn-cs"/>
              </a:rPr>
              <a:t>页</a:t>
            </a:r>
            <a:endParaRPr lang="zh-CN" altLang="en-US" sz="1400" strike="noStrike" noProof="1">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844675"/>
            <a:ext cx="4032504" cy="42814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844675"/>
            <a:ext cx="4032504" cy="42814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r>
              <a:rPr lang="zh-CN" altLang="en-US" strike="noStrike" noProof="1">
                <a:latin typeface="Arial" panose="020B0604020202020204" pitchFamily="34" charset="0"/>
                <a:ea typeface="宋体" panose="02010600030101010101" pitchFamily="2" charset="-122"/>
                <a:cs typeface="+mn-cs"/>
              </a:rPr>
              <a:t>第</a:t>
            </a:r>
            <a:fld id="{9A0DB2DC-4C9A-4742-B13C-FB6460FD3503}" type="slidenum">
              <a:rPr lang="zh-CN" altLang="en-US" sz="1400" strike="noStrike" noProof="1" dirty="0">
                <a:latin typeface="Arial" panose="020B0604020202020204" pitchFamily="34" charset="0"/>
                <a:ea typeface="宋体" panose="02010600030101010101" pitchFamily="2" charset="-122"/>
                <a:cs typeface="+mn-cs"/>
              </a:rPr>
              <a:t>‹#›</a:t>
            </a:fld>
            <a:r>
              <a:rPr lang="zh-CN" altLang="en-US" sz="1400" strike="noStrike" noProof="1">
                <a:latin typeface="Arial" panose="020B0604020202020204" pitchFamily="34" charset="0"/>
                <a:ea typeface="宋体" panose="02010600030101010101" pitchFamily="2" charset="-122"/>
                <a:cs typeface="+mn-cs"/>
              </a:rPr>
              <a:t>页</a:t>
            </a:r>
            <a:endParaRPr lang="zh-CN" altLang="en-US" sz="1400" strike="noStrike" noProof="1">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r>
              <a:rPr lang="zh-CN" altLang="en-US" strike="noStrike" noProof="1">
                <a:latin typeface="Arial" panose="020B0604020202020204" pitchFamily="34" charset="0"/>
                <a:ea typeface="宋体" panose="02010600030101010101" pitchFamily="2" charset="-122"/>
                <a:cs typeface="+mn-cs"/>
              </a:rPr>
              <a:t>第</a:t>
            </a:r>
            <a:fld id="{9A0DB2DC-4C9A-4742-B13C-FB6460FD3503}" type="slidenum">
              <a:rPr lang="zh-CN" altLang="en-US" sz="1400" strike="noStrike" noProof="1" dirty="0">
                <a:latin typeface="Arial" panose="020B0604020202020204" pitchFamily="34" charset="0"/>
                <a:ea typeface="宋体" panose="02010600030101010101" pitchFamily="2" charset="-122"/>
                <a:cs typeface="+mn-cs"/>
              </a:rPr>
              <a:t>‹#›</a:t>
            </a:fld>
            <a:r>
              <a:rPr lang="zh-CN" altLang="en-US" sz="1400" strike="noStrike" noProof="1">
                <a:latin typeface="Arial" panose="020B0604020202020204" pitchFamily="34" charset="0"/>
                <a:ea typeface="宋体" panose="02010600030101010101" pitchFamily="2" charset="-122"/>
                <a:cs typeface="+mn-cs"/>
              </a:rPr>
              <a:t>页</a:t>
            </a:r>
            <a:endParaRPr lang="zh-CN" altLang="en-US" sz="1400" strike="noStrike" noProof="1">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r>
              <a:rPr lang="zh-CN" altLang="en-US" strike="noStrike" noProof="1">
                <a:latin typeface="Arial" panose="020B0604020202020204" pitchFamily="34" charset="0"/>
                <a:ea typeface="宋体" panose="02010600030101010101" pitchFamily="2" charset="-122"/>
                <a:cs typeface="+mn-cs"/>
              </a:rPr>
              <a:t>第</a:t>
            </a:r>
            <a:fld id="{9A0DB2DC-4C9A-4742-B13C-FB6460FD3503}" type="slidenum">
              <a:rPr lang="zh-CN" altLang="en-US" sz="1400" strike="noStrike" noProof="1" dirty="0">
                <a:latin typeface="Arial" panose="020B0604020202020204" pitchFamily="34" charset="0"/>
                <a:ea typeface="宋体" panose="02010600030101010101" pitchFamily="2" charset="-122"/>
                <a:cs typeface="+mn-cs"/>
              </a:rPr>
              <a:t>‹#›</a:t>
            </a:fld>
            <a:r>
              <a:rPr lang="zh-CN" altLang="en-US" sz="1400" strike="noStrike" noProof="1">
                <a:latin typeface="Arial" panose="020B0604020202020204" pitchFamily="34" charset="0"/>
                <a:ea typeface="宋体" panose="02010600030101010101" pitchFamily="2" charset="-122"/>
                <a:cs typeface="+mn-cs"/>
              </a:rPr>
              <a:t>页</a:t>
            </a:r>
            <a:endParaRPr lang="zh-CN" altLang="en-US" sz="1400" strike="noStrike" noProof="1">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r>
              <a:rPr lang="zh-CN" altLang="en-US" strike="noStrike" noProof="1">
                <a:latin typeface="Arial" panose="020B0604020202020204" pitchFamily="34" charset="0"/>
                <a:ea typeface="宋体" panose="02010600030101010101" pitchFamily="2" charset="-122"/>
                <a:cs typeface="+mn-cs"/>
              </a:rPr>
              <a:t>第</a:t>
            </a:r>
            <a:fld id="{9A0DB2DC-4C9A-4742-B13C-FB6460FD3503}" type="slidenum">
              <a:rPr lang="zh-CN" altLang="en-US" sz="1400" strike="noStrike" noProof="1" dirty="0">
                <a:latin typeface="Arial" panose="020B0604020202020204" pitchFamily="34" charset="0"/>
                <a:ea typeface="宋体" panose="02010600030101010101" pitchFamily="2" charset="-122"/>
                <a:cs typeface="+mn-cs"/>
              </a:rPr>
              <a:t>‹#›</a:t>
            </a:fld>
            <a:r>
              <a:rPr lang="zh-CN" altLang="en-US" sz="1400" strike="noStrike" noProof="1">
                <a:latin typeface="Arial" panose="020B0604020202020204" pitchFamily="34" charset="0"/>
                <a:ea typeface="宋体" panose="02010600030101010101" pitchFamily="2" charset="-122"/>
                <a:cs typeface="+mn-cs"/>
              </a:rPr>
              <a:t>页</a:t>
            </a:r>
            <a:endParaRPr lang="zh-CN" altLang="en-US" sz="1400" strike="noStrike" noProof="1">
              <a:latin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r>
              <a:rPr lang="zh-CN" altLang="en-US" strike="noStrike" noProof="1">
                <a:latin typeface="Arial" panose="020B0604020202020204" pitchFamily="34" charset="0"/>
                <a:ea typeface="宋体" panose="02010600030101010101" pitchFamily="2" charset="-122"/>
                <a:cs typeface="+mn-cs"/>
              </a:rPr>
              <a:t>第</a:t>
            </a:r>
            <a:fld id="{9A0DB2DC-4C9A-4742-B13C-FB6460FD3503}" type="slidenum">
              <a:rPr lang="zh-CN" altLang="en-US" sz="1400" strike="noStrike" noProof="1" dirty="0">
                <a:latin typeface="Arial" panose="020B0604020202020204" pitchFamily="34" charset="0"/>
                <a:ea typeface="宋体" panose="02010600030101010101" pitchFamily="2" charset="-122"/>
                <a:cs typeface="+mn-cs"/>
              </a:rPr>
              <a:t>‹#›</a:t>
            </a:fld>
            <a:r>
              <a:rPr lang="zh-CN" altLang="en-US" sz="1400" strike="noStrike" noProof="1">
                <a:latin typeface="Arial" panose="020B0604020202020204" pitchFamily="34" charset="0"/>
                <a:ea typeface="宋体" panose="02010600030101010101" pitchFamily="2" charset="-122"/>
                <a:cs typeface="+mn-cs"/>
              </a:rPr>
              <a:t>页</a:t>
            </a:r>
            <a:endParaRPr lang="zh-CN" altLang="en-US" sz="1400" strike="noStrike" noProof="1">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r>
              <a:rPr lang="zh-CN" altLang="en-US" strike="noStrike" noProof="1">
                <a:latin typeface="Arial" panose="020B0604020202020204" pitchFamily="34" charset="0"/>
                <a:ea typeface="宋体" panose="02010600030101010101" pitchFamily="2" charset="-122"/>
                <a:cs typeface="+mn-cs"/>
              </a:rPr>
              <a:t>第</a:t>
            </a:r>
            <a:fld id="{9A0DB2DC-4C9A-4742-B13C-FB6460FD3503}" type="slidenum">
              <a:rPr lang="zh-CN" altLang="en-US" sz="1400" strike="noStrike" noProof="1" dirty="0">
                <a:latin typeface="Arial" panose="020B0604020202020204" pitchFamily="34" charset="0"/>
                <a:ea typeface="宋体" panose="02010600030101010101" pitchFamily="2" charset="-122"/>
                <a:cs typeface="+mn-cs"/>
              </a:rPr>
              <a:t>‹#›</a:t>
            </a:fld>
            <a:r>
              <a:rPr lang="zh-CN" altLang="en-US" sz="1400" strike="noStrike" noProof="1">
                <a:latin typeface="Arial" panose="020B0604020202020204" pitchFamily="34" charset="0"/>
                <a:ea typeface="宋体" panose="02010600030101010101" pitchFamily="2" charset="-122"/>
                <a:cs typeface="+mn-cs"/>
              </a:rPr>
              <a:t>页</a:t>
            </a:r>
            <a:endParaRPr lang="zh-CN" altLang="en-US" sz="1400" strike="noStrike" noProof="1">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r>
              <a:rPr lang="zh-CN" altLang="en-US" strike="noStrike" noProof="1">
                <a:latin typeface="Arial" panose="020B0604020202020204" pitchFamily="34" charset="0"/>
                <a:ea typeface="宋体" panose="02010600030101010101" pitchFamily="2" charset="-122"/>
                <a:cs typeface="+mn-cs"/>
              </a:rPr>
              <a:t>第</a:t>
            </a:r>
            <a:fld id="{9A0DB2DC-4C9A-4742-B13C-FB6460FD3503}" type="slidenum">
              <a:rPr lang="zh-CN" altLang="en-US" sz="1400" strike="noStrike" noProof="1" dirty="0">
                <a:latin typeface="Arial" panose="020B0604020202020204" pitchFamily="34" charset="0"/>
                <a:ea typeface="宋体" panose="02010600030101010101" pitchFamily="2" charset="-122"/>
                <a:cs typeface="+mn-cs"/>
              </a:rPr>
              <a:t>‹#›</a:t>
            </a:fld>
            <a:r>
              <a:rPr lang="zh-CN" altLang="en-US" sz="1400" strike="noStrike" noProof="1">
                <a:latin typeface="Arial" panose="020B0604020202020204" pitchFamily="34" charset="0"/>
                <a:ea typeface="宋体" panose="02010600030101010101" pitchFamily="2" charset="-122"/>
                <a:cs typeface="+mn-cs"/>
              </a:rPr>
              <a:t>页</a:t>
            </a:r>
            <a:endParaRPr lang="zh-CN" altLang="en-US" sz="1400" strike="noStrike" noProof="1">
              <a:latin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6063" y="760413"/>
            <a:ext cx="2090738" cy="536575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23850" y="760413"/>
            <a:ext cx="6151010" cy="536575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r>
              <a:rPr lang="zh-CN" altLang="en-US" strike="noStrike" noProof="1">
                <a:latin typeface="Arial" panose="020B0604020202020204" pitchFamily="34" charset="0"/>
                <a:ea typeface="宋体" panose="02010600030101010101" pitchFamily="2" charset="-122"/>
                <a:cs typeface="+mn-cs"/>
              </a:rPr>
              <a:t>第</a:t>
            </a:r>
            <a:fld id="{9A0DB2DC-4C9A-4742-B13C-FB6460FD3503}" type="slidenum">
              <a:rPr lang="zh-CN" altLang="en-US" sz="1400" strike="noStrike" noProof="1" dirty="0">
                <a:latin typeface="Arial" panose="020B0604020202020204" pitchFamily="34" charset="0"/>
                <a:ea typeface="宋体" panose="02010600030101010101" pitchFamily="2" charset="-122"/>
                <a:cs typeface="+mn-cs"/>
              </a:rPr>
              <a:t>‹#›</a:t>
            </a:fld>
            <a:r>
              <a:rPr lang="zh-CN" altLang="en-US" sz="1400" strike="noStrike" noProof="1">
                <a:latin typeface="Arial" panose="020B0604020202020204" pitchFamily="34" charset="0"/>
                <a:ea typeface="宋体" panose="02010600030101010101" pitchFamily="2" charset="-122"/>
                <a:cs typeface="+mn-cs"/>
              </a:rPr>
              <a:t>页</a:t>
            </a:r>
            <a:endParaRPr lang="zh-CN" altLang="en-US" sz="1400" strike="noStrike" noProof="1">
              <a:latin typeface="Arial" panose="020B060402020202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9218" name="组合 659457"/>
          <p:cNvGrpSpPr/>
          <p:nvPr/>
        </p:nvGrpSpPr>
        <p:grpSpPr>
          <a:xfrm>
            <a:off x="0" y="0"/>
            <a:ext cx="9144000" cy="6858000"/>
            <a:chOff x="0" y="0"/>
            <a:chExt cx="5760" cy="4320"/>
          </a:xfrm>
        </p:grpSpPr>
        <p:sp>
          <p:nvSpPr>
            <p:cNvPr id="9219" name="矩形 659458"/>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dirty="0">
                <a:latin typeface="Times New Roman" panose="02020603050405020304" pitchFamily="18" charset="0"/>
                <a:ea typeface="宋体" panose="02010600030101010101" pitchFamily="2" charset="-122"/>
              </a:endParaRPr>
            </a:p>
          </p:txBody>
        </p:sp>
        <p:sp>
          <p:nvSpPr>
            <p:cNvPr id="9220" name="矩形 659459"/>
            <p:cNvSpPr/>
            <p:nvPr/>
          </p:nvSpPr>
          <p:spPr>
            <a:xfrm>
              <a:off x="1081" y="1065"/>
              <a:ext cx="4679" cy="1596"/>
            </a:xfrm>
            <a:prstGeom prst="rect">
              <a:avLst/>
            </a:prstGeom>
            <a:solidFill>
              <a:schemeClr val="bg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grpSp>
          <p:nvGrpSpPr>
            <p:cNvPr id="9221" name="组合 659460"/>
            <p:cNvGrpSpPr/>
            <p:nvPr/>
          </p:nvGrpSpPr>
          <p:grpSpPr>
            <a:xfrm>
              <a:off x="0" y="672"/>
              <a:ext cx="1806" cy="1989"/>
              <a:chOff x="0" y="672"/>
              <a:chExt cx="1806" cy="1989"/>
            </a:xfrm>
          </p:grpSpPr>
          <p:sp>
            <p:nvSpPr>
              <p:cNvPr id="9222" name="矩形 659461"/>
              <p:cNvSpPr/>
              <p:nvPr userDrawn="1"/>
            </p:nvSpPr>
            <p:spPr>
              <a:xfrm>
                <a:off x="361" y="2257"/>
                <a:ext cx="363" cy="404"/>
              </a:xfrm>
              <a:prstGeom prst="rect">
                <a:avLst/>
              </a:prstGeom>
              <a:solidFill>
                <a:schemeClr val="accent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9223" name="矩形 659462"/>
              <p:cNvSpPr/>
              <p:nvPr userDrawn="1"/>
            </p:nvSpPr>
            <p:spPr>
              <a:xfrm>
                <a:off x="1081" y="1065"/>
                <a:ext cx="362" cy="405"/>
              </a:xfrm>
              <a:prstGeom prst="rect">
                <a:avLst/>
              </a:prstGeom>
              <a:solidFill>
                <a:schemeClr val="folHlink"/>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9224" name="矩形 659463"/>
              <p:cNvSpPr/>
              <p:nvPr userDrawn="1"/>
            </p:nvSpPr>
            <p:spPr>
              <a:xfrm>
                <a:off x="1437" y="672"/>
                <a:ext cx="369" cy="400"/>
              </a:xfrm>
              <a:prstGeom prst="rect">
                <a:avLst/>
              </a:prstGeom>
              <a:solidFill>
                <a:schemeClr val="folHlink"/>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9225" name="矩形 659464"/>
              <p:cNvSpPr/>
              <p:nvPr userDrawn="1"/>
            </p:nvSpPr>
            <p:spPr>
              <a:xfrm>
                <a:off x="719" y="2257"/>
                <a:ext cx="368" cy="404"/>
              </a:xfrm>
              <a:prstGeom prst="rect">
                <a:avLst/>
              </a:prstGeom>
              <a:solidFill>
                <a:schemeClr val="bg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9226" name="矩形 659465"/>
              <p:cNvSpPr/>
              <p:nvPr userDrawn="1"/>
            </p:nvSpPr>
            <p:spPr>
              <a:xfrm>
                <a:off x="1437" y="1065"/>
                <a:ext cx="369" cy="405"/>
              </a:xfrm>
              <a:prstGeom prst="rect">
                <a:avLst/>
              </a:prstGeom>
              <a:solidFill>
                <a:schemeClr val="accent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9227" name="矩形 659466"/>
              <p:cNvSpPr/>
              <p:nvPr userDrawn="1"/>
            </p:nvSpPr>
            <p:spPr>
              <a:xfrm>
                <a:off x="719" y="1464"/>
                <a:ext cx="368" cy="399"/>
              </a:xfrm>
              <a:prstGeom prst="rect">
                <a:avLst/>
              </a:prstGeom>
              <a:solidFill>
                <a:schemeClr val="folHlink"/>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9228" name="矩形 659467"/>
              <p:cNvSpPr/>
              <p:nvPr userDrawn="1"/>
            </p:nvSpPr>
            <p:spPr>
              <a:xfrm>
                <a:off x="0" y="1464"/>
                <a:ext cx="367" cy="399"/>
              </a:xfrm>
              <a:prstGeom prst="rect">
                <a:avLst/>
              </a:prstGeom>
              <a:solidFill>
                <a:schemeClr val="bg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9229" name="矩形 659468"/>
              <p:cNvSpPr/>
              <p:nvPr userDrawn="1"/>
            </p:nvSpPr>
            <p:spPr>
              <a:xfrm>
                <a:off x="1081" y="1464"/>
                <a:ext cx="362" cy="399"/>
              </a:xfrm>
              <a:prstGeom prst="rect">
                <a:avLst/>
              </a:prstGeom>
              <a:solidFill>
                <a:schemeClr val="accent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9230" name="矩形 659469"/>
              <p:cNvSpPr/>
              <p:nvPr userDrawn="1"/>
            </p:nvSpPr>
            <p:spPr>
              <a:xfrm>
                <a:off x="361" y="1857"/>
                <a:ext cx="363" cy="406"/>
              </a:xfrm>
              <a:prstGeom prst="rect">
                <a:avLst/>
              </a:prstGeom>
              <a:solidFill>
                <a:schemeClr val="folHlink"/>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9231" name="矩形 659470"/>
              <p:cNvSpPr/>
              <p:nvPr userDrawn="1"/>
            </p:nvSpPr>
            <p:spPr>
              <a:xfrm>
                <a:off x="719" y="1857"/>
                <a:ext cx="368" cy="406"/>
              </a:xfrm>
              <a:prstGeom prst="rect">
                <a:avLst/>
              </a:prstGeom>
              <a:solidFill>
                <a:schemeClr val="accent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grpSp>
      </p:grpSp>
      <p:sp>
        <p:nvSpPr>
          <p:cNvPr id="659475" name="标题 659474"/>
          <p:cNvSpPr>
            <a:spLocks noGrp="1"/>
          </p:cNvSpPr>
          <p:nvPr>
            <p:ph type="ctrTitle"/>
          </p:nvPr>
        </p:nvSpPr>
        <p:spPr>
          <a:xfrm>
            <a:off x="2971800" y="1828800"/>
            <a:ext cx="6019800" cy="2209800"/>
          </a:xfrm>
          <a:prstGeom prst="rect">
            <a:avLst/>
          </a:prstGeom>
          <a:noFill/>
          <a:ln w="9525">
            <a:noFill/>
          </a:ln>
        </p:spPr>
        <p:txBody>
          <a:bodyPr anchor="ctr"/>
          <a:lstStyle>
            <a:lvl1pPr lvl="0">
              <a:buClrTx/>
              <a:buSzTx/>
              <a:buFontTx/>
              <a:defRPr sz="5000">
                <a:solidFill>
                  <a:srgbClr val="FFFFFF"/>
                </a:solidFill>
              </a:defRPr>
            </a:lvl1pPr>
          </a:lstStyle>
          <a:p>
            <a:pPr lvl="0" fontAlgn="base"/>
            <a:r>
              <a:rPr lang="zh-CN" altLang="en-US" strike="noStrike" noProof="1"/>
              <a:t>单击此处编辑母版标题样式</a:t>
            </a:r>
          </a:p>
        </p:txBody>
      </p:sp>
      <p:sp>
        <p:nvSpPr>
          <p:cNvPr id="659476" name="副标题 659475"/>
          <p:cNvSpPr>
            <a:spLocks noGrp="1"/>
          </p:cNvSpPr>
          <p:nvPr>
            <p:ph type="subTitle" idx="1"/>
          </p:nvPr>
        </p:nvSpPr>
        <p:spPr>
          <a:xfrm>
            <a:off x="2971800" y="4267200"/>
            <a:ext cx="6019800" cy="1752600"/>
          </a:xfrm>
          <a:prstGeom prst="rect">
            <a:avLst/>
          </a:prstGeom>
          <a:noFill/>
          <a:ln w="9525">
            <a:noFill/>
          </a:ln>
        </p:spPr>
        <p:txBody>
          <a:bodyPr anchor="t"/>
          <a:lstStyle>
            <a:lvl1pPr marL="0" lvl="0" indent="0">
              <a:buClr>
                <a:schemeClr val="bg2"/>
              </a:buClr>
              <a:buSzPct val="75000"/>
              <a:buFont typeface="Wingdings" panose="05000000000000000000" pitchFamily="2" charset="2"/>
              <a:buNone/>
              <a:defRPr sz="3400"/>
            </a:lvl1pPr>
            <a:lvl2pPr marL="457200" lvl="1" indent="0" algn="ctr">
              <a:buClr>
                <a:schemeClr val="accent2"/>
              </a:buClr>
              <a:buSzPct val="80000"/>
              <a:buFont typeface="Wingdings" panose="05000000000000000000" pitchFamily="2" charset="2"/>
              <a:buNone/>
              <a:defRPr sz="3400"/>
            </a:lvl2pPr>
            <a:lvl3pPr marL="914400" lvl="2" indent="0" algn="ctr">
              <a:buClr>
                <a:schemeClr val="bg2"/>
              </a:buClr>
              <a:buSzPct val="65000"/>
              <a:buFont typeface="Wingdings" panose="05000000000000000000" pitchFamily="2" charset="2"/>
              <a:buNone/>
              <a:defRPr sz="3400"/>
            </a:lvl3pPr>
            <a:lvl4pPr marL="1371600" lvl="3" indent="0" algn="ctr">
              <a:buClr>
                <a:schemeClr val="accent2"/>
              </a:buClr>
              <a:buSzPct val="70000"/>
              <a:buFont typeface="Wingdings" panose="05000000000000000000" pitchFamily="2" charset="2"/>
              <a:buNone/>
              <a:defRPr sz="3400"/>
            </a:lvl4pPr>
            <a:lvl5pPr marL="1828800" lvl="4" indent="0" algn="ctr">
              <a:buClr>
                <a:schemeClr val="bg2"/>
              </a:buClr>
              <a:buSzTx/>
              <a:buFont typeface="Wingdings" panose="05000000000000000000" pitchFamily="2" charset="2"/>
              <a:buNone/>
              <a:defRPr sz="3400"/>
            </a:lvl5pPr>
          </a:lstStyle>
          <a:p>
            <a:pPr lvl="0" fontAlgn="base"/>
            <a:r>
              <a:rPr lang="zh-CN" altLang="en-US" strike="noStrike" noProof="1"/>
              <a:t>单击此处编辑母版副标题样式</a:t>
            </a:r>
          </a:p>
        </p:txBody>
      </p:sp>
      <p:sp>
        <p:nvSpPr>
          <p:cNvPr id="659472" name="日期占位符 659471"/>
          <p:cNvSpPr>
            <a:spLocks noGrp="1"/>
          </p:cNvSpPr>
          <p:nvPr>
            <p:ph type="dt" sz="half" idx="2"/>
          </p:nvPr>
        </p:nvSpPr>
        <p:spPr>
          <a:xfrm>
            <a:off x="457200" y="6248400"/>
            <a:ext cx="2133600" cy="457200"/>
          </a:xfrm>
          <a:prstGeom prst="rect">
            <a:avLst/>
          </a:prstGeom>
          <a:noFill/>
          <a:ln w="9525">
            <a:noFill/>
          </a:ln>
        </p:spPr>
        <p:txBody>
          <a:bodyPr anchor="b"/>
          <a:lstStyle>
            <a:lvl1pPr>
              <a:defRPr sz="1200"/>
            </a:lvl1pPr>
          </a:lstStyle>
          <a:p>
            <a:pPr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cs"/>
              </a:rPr>
              <a:t>2024/6/18</a:t>
            </a:fld>
            <a:endParaRPr lang="zh-CN" altLang="en-US" strike="noStrike" noProof="1">
              <a:latin typeface="Arial" panose="020B0604020202020204" pitchFamily="34" charset="0"/>
            </a:endParaRPr>
          </a:p>
        </p:txBody>
      </p:sp>
      <p:sp>
        <p:nvSpPr>
          <p:cNvPr id="659473" name="页脚占位符 659472"/>
          <p:cNvSpPr>
            <a:spLocks noGrp="1"/>
          </p:cNvSpPr>
          <p:nvPr>
            <p:ph type="ftr" sz="quarter" idx="3"/>
          </p:nvPr>
        </p:nvSpPr>
        <p:spPr>
          <a:xfrm>
            <a:off x="3124200" y="6248400"/>
            <a:ext cx="2895600" cy="457200"/>
          </a:xfrm>
          <a:prstGeom prst="rect">
            <a:avLst/>
          </a:prstGeom>
          <a:noFill/>
          <a:ln w="9525">
            <a:noFill/>
          </a:ln>
        </p:spPr>
        <p:txBody>
          <a:bodyPr anchor="b"/>
          <a:lstStyle>
            <a:lvl1pPr algn="ctr">
              <a:defRPr sz="1200"/>
            </a:lvl1pPr>
          </a:lstStyle>
          <a:p>
            <a:pPr fontAlgn="base"/>
            <a:endParaRPr lang="zh-CN" altLang="en-US" strike="noStrike" noProof="1">
              <a:latin typeface="Arial" panose="020B0604020202020204" pitchFamily="34" charset="0"/>
            </a:endParaRPr>
          </a:p>
        </p:txBody>
      </p:sp>
      <p:sp>
        <p:nvSpPr>
          <p:cNvPr id="659474" name="灯片编号占位符 659473"/>
          <p:cNvSpPr>
            <a:spLocks noGrp="1"/>
          </p:cNvSpPr>
          <p:nvPr>
            <p:ph type="sldNum" sz="quarter" idx="4"/>
          </p:nvPr>
        </p:nvSpPr>
        <p:spPr>
          <a:xfrm>
            <a:off x="6553200" y="6248400"/>
            <a:ext cx="2133600" cy="457200"/>
          </a:xfrm>
          <a:prstGeom prst="rect">
            <a:avLst/>
          </a:prstGeom>
          <a:noFill/>
          <a:ln w="9525">
            <a:noFill/>
          </a:ln>
        </p:spPr>
        <p:txBody>
          <a:bodyPr anchor="b"/>
          <a:lstStyle>
            <a:lvl1pPr algn="r">
              <a:defRPr sz="1200">
                <a:latin typeface="Arial Black" panose="020B0A04020102020204" pitchFamily="34" charset="0"/>
              </a:defRPr>
            </a:lvl1pPr>
          </a:lstStyle>
          <a:p>
            <a:pPr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6" name="日期占位符 5"/>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6" name="日期占位符 5"/>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981200"/>
            <a:ext cx="4032504"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981200"/>
            <a:ext cx="4032504"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7" name="日期占位符 6"/>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8" name="灯片编号占位符 7"/>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9" name="日期占位符 8"/>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页脚占位符 2"/>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5" name="日期占位符 4"/>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3" name="灯片编号占位符 2"/>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4" name="日期占位符 3"/>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7" name="日期占位符 6"/>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7" name="日期占位符 6"/>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6" name="日期占位符 5"/>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457200"/>
            <a:ext cx="6052930" cy="54102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6" name="日期占位符 5"/>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10242" name="组合 666625"/>
          <p:cNvGrpSpPr/>
          <p:nvPr/>
        </p:nvGrpSpPr>
        <p:grpSpPr>
          <a:xfrm>
            <a:off x="0" y="0"/>
            <a:ext cx="9144000" cy="6858000"/>
            <a:chOff x="0" y="0"/>
            <a:chExt cx="5760" cy="4320"/>
          </a:xfrm>
        </p:grpSpPr>
        <p:sp>
          <p:nvSpPr>
            <p:cNvPr id="10243" name="矩形 666626"/>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dirty="0">
                <a:latin typeface="Times New Roman" panose="02020603050405020304" pitchFamily="18" charset="0"/>
                <a:ea typeface="宋体" panose="02010600030101010101" pitchFamily="2" charset="-122"/>
              </a:endParaRPr>
            </a:p>
          </p:txBody>
        </p:sp>
        <p:sp>
          <p:nvSpPr>
            <p:cNvPr id="10244" name="矩形 666627"/>
            <p:cNvSpPr/>
            <p:nvPr/>
          </p:nvSpPr>
          <p:spPr>
            <a:xfrm>
              <a:off x="1081" y="1065"/>
              <a:ext cx="4679" cy="1596"/>
            </a:xfrm>
            <a:prstGeom prst="rect">
              <a:avLst/>
            </a:prstGeom>
            <a:solidFill>
              <a:schemeClr val="bg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grpSp>
          <p:nvGrpSpPr>
            <p:cNvPr id="10245" name="组合 666628"/>
            <p:cNvGrpSpPr/>
            <p:nvPr/>
          </p:nvGrpSpPr>
          <p:grpSpPr>
            <a:xfrm>
              <a:off x="0" y="672"/>
              <a:ext cx="1806" cy="1989"/>
              <a:chOff x="0" y="672"/>
              <a:chExt cx="1806" cy="1989"/>
            </a:xfrm>
          </p:grpSpPr>
          <p:sp>
            <p:nvSpPr>
              <p:cNvPr id="10246" name="矩形 666629"/>
              <p:cNvSpPr/>
              <p:nvPr userDrawn="1"/>
            </p:nvSpPr>
            <p:spPr>
              <a:xfrm>
                <a:off x="361" y="2257"/>
                <a:ext cx="363" cy="404"/>
              </a:xfrm>
              <a:prstGeom prst="rect">
                <a:avLst/>
              </a:prstGeom>
              <a:solidFill>
                <a:schemeClr val="accent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0247" name="矩形 666630"/>
              <p:cNvSpPr/>
              <p:nvPr userDrawn="1"/>
            </p:nvSpPr>
            <p:spPr>
              <a:xfrm>
                <a:off x="1081" y="1065"/>
                <a:ext cx="362" cy="405"/>
              </a:xfrm>
              <a:prstGeom prst="rect">
                <a:avLst/>
              </a:prstGeom>
              <a:solidFill>
                <a:schemeClr val="folHlink"/>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0248" name="矩形 666631"/>
              <p:cNvSpPr/>
              <p:nvPr userDrawn="1"/>
            </p:nvSpPr>
            <p:spPr>
              <a:xfrm>
                <a:off x="1437" y="672"/>
                <a:ext cx="369" cy="400"/>
              </a:xfrm>
              <a:prstGeom prst="rect">
                <a:avLst/>
              </a:prstGeom>
              <a:solidFill>
                <a:schemeClr val="folHlink"/>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0249" name="矩形 666632"/>
              <p:cNvSpPr/>
              <p:nvPr userDrawn="1"/>
            </p:nvSpPr>
            <p:spPr>
              <a:xfrm>
                <a:off x="719" y="2257"/>
                <a:ext cx="368" cy="404"/>
              </a:xfrm>
              <a:prstGeom prst="rect">
                <a:avLst/>
              </a:prstGeom>
              <a:solidFill>
                <a:schemeClr val="bg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0250" name="矩形 666633"/>
              <p:cNvSpPr/>
              <p:nvPr userDrawn="1"/>
            </p:nvSpPr>
            <p:spPr>
              <a:xfrm>
                <a:off x="1437" y="1065"/>
                <a:ext cx="369" cy="405"/>
              </a:xfrm>
              <a:prstGeom prst="rect">
                <a:avLst/>
              </a:prstGeom>
              <a:solidFill>
                <a:schemeClr val="accent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0251" name="矩形 666634"/>
              <p:cNvSpPr/>
              <p:nvPr userDrawn="1"/>
            </p:nvSpPr>
            <p:spPr>
              <a:xfrm>
                <a:off x="719" y="1464"/>
                <a:ext cx="368" cy="399"/>
              </a:xfrm>
              <a:prstGeom prst="rect">
                <a:avLst/>
              </a:prstGeom>
              <a:solidFill>
                <a:schemeClr val="folHlink"/>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0252" name="矩形 666635"/>
              <p:cNvSpPr/>
              <p:nvPr userDrawn="1"/>
            </p:nvSpPr>
            <p:spPr>
              <a:xfrm>
                <a:off x="0" y="1464"/>
                <a:ext cx="367" cy="399"/>
              </a:xfrm>
              <a:prstGeom prst="rect">
                <a:avLst/>
              </a:prstGeom>
              <a:solidFill>
                <a:schemeClr val="bg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0253" name="矩形 666636"/>
              <p:cNvSpPr/>
              <p:nvPr userDrawn="1"/>
            </p:nvSpPr>
            <p:spPr>
              <a:xfrm>
                <a:off x="1081" y="1464"/>
                <a:ext cx="362" cy="399"/>
              </a:xfrm>
              <a:prstGeom prst="rect">
                <a:avLst/>
              </a:prstGeom>
              <a:solidFill>
                <a:schemeClr val="accent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0254" name="矩形 666637"/>
              <p:cNvSpPr/>
              <p:nvPr userDrawn="1"/>
            </p:nvSpPr>
            <p:spPr>
              <a:xfrm>
                <a:off x="361" y="1857"/>
                <a:ext cx="363" cy="406"/>
              </a:xfrm>
              <a:prstGeom prst="rect">
                <a:avLst/>
              </a:prstGeom>
              <a:solidFill>
                <a:schemeClr val="folHlink"/>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0255" name="矩形 666638"/>
              <p:cNvSpPr/>
              <p:nvPr userDrawn="1"/>
            </p:nvSpPr>
            <p:spPr>
              <a:xfrm>
                <a:off x="719" y="1857"/>
                <a:ext cx="368" cy="406"/>
              </a:xfrm>
              <a:prstGeom prst="rect">
                <a:avLst/>
              </a:prstGeom>
              <a:solidFill>
                <a:schemeClr val="accent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grpSp>
      </p:grpSp>
      <p:sp>
        <p:nvSpPr>
          <p:cNvPr id="666643" name="标题 666642"/>
          <p:cNvSpPr>
            <a:spLocks noGrp="1"/>
          </p:cNvSpPr>
          <p:nvPr>
            <p:ph type="ctrTitle"/>
          </p:nvPr>
        </p:nvSpPr>
        <p:spPr>
          <a:xfrm>
            <a:off x="2971800" y="1828800"/>
            <a:ext cx="6019800" cy="2209800"/>
          </a:xfrm>
          <a:prstGeom prst="rect">
            <a:avLst/>
          </a:prstGeom>
          <a:noFill/>
          <a:ln w="9525">
            <a:noFill/>
          </a:ln>
        </p:spPr>
        <p:txBody>
          <a:bodyPr anchor="ctr"/>
          <a:lstStyle>
            <a:lvl1pPr lvl="0">
              <a:buClrTx/>
              <a:buSzTx/>
              <a:buFontTx/>
              <a:defRPr sz="5000">
                <a:solidFill>
                  <a:srgbClr val="FFFFFF"/>
                </a:solidFill>
              </a:defRPr>
            </a:lvl1pPr>
          </a:lstStyle>
          <a:p>
            <a:pPr lvl="0" fontAlgn="base"/>
            <a:r>
              <a:rPr lang="zh-CN" altLang="en-US" strike="noStrike" noProof="1"/>
              <a:t>单击此处编辑母版标题样式</a:t>
            </a:r>
          </a:p>
        </p:txBody>
      </p:sp>
      <p:sp>
        <p:nvSpPr>
          <p:cNvPr id="666644" name="副标题 666643"/>
          <p:cNvSpPr>
            <a:spLocks noGrp="1"/>
          </p:cNvSpPr>
          <p:nvPr>
            <p:ph type="subTitle" idx="1"/>
          </p:nvPr>
        </p:nvSpPr>
        <p:spPr>
          <a:xfrm>
            <a:off x="2971800" y="4267200"/>
            <a:ext cx="6019800" cy="1752600"/>
          </a:xfrm>
          <a:prstGeom prst="rect">
            <a:avLst/>
          </a:prstGeom>
          <a:noFill/>
          <a:ln w="9525">
            <a:noFill/>
          </a:ln>
        </p:spPr>
        <p:txBody>
          <a:bodyPr anchor="t"/>
          <a:lstStyle>
            <a:lvl1pPr marL="0" lvl="0" indent="0">
              <a:buClr>
                <a:schemeClr val="bg2"/>
              </a:buClr>
              <a:buSzPct val="75000"/>
              <a:buFont typeface="Wingdings" panose="05000000000000000000" pitchFamily="2" charset="2"/>
              <a:buNone/>
              <a:defRPr sz="3400"/>
            </a:lvl1pPr>
            <a:lvl2pPr marL="457200" lvl="1" indent="0" algn="ctr">
              <a:buClr>
                <a:schemeClr val="accent2"/>
              </a:buClr>
              <a:buSzPct val="80000"/>
              <a:buFont typeface="Wingdings" panose="05000000000000000000" pitchFamily="2" charset="2"/>
              <a:buNone/>
              <a:defRPr sz="3400"/>
            </a:lvl2pPr>
            <a:lvl3pPr marL="914400" lvl="2" indent="0" algn="ctr">
              <a:buClr>
                <a:schemeClr val="bg2"/>
              </a:buClr>
              <a:buSzPct val="65000"/>
              <a:buFont typeface="Wingdings" panose="05000000000000000000" pitchFamily="2" charset="2"/>
              <a:buNone/>
              <a:defRPr sz="3400"/>
            </a:lvl3pPr>
            <a:lvl4pPr marL="1371600" lvl="3" indent="0" algn="ctr">
              <a:buClr>
                <a:schemeClr val="accent2"/>
              </a:buClr>
              <a:buSzPct val="70000"/>
              <a:buFont typeface="Wingdings" panose="05000000000000000000" pitchFamily="2" charset="2"/>
              <a:buNone/>
              <a:defRPr sz="3400"/>
            </a:lvl4pPr>
            <a:lvl5pPr marL="1828800" lvl="4" indent="0" algn="ctr">
              <a:buClr>
                <a:schemeClr val="bg2"/>
              </a:buClr>
              <a:buSzTx/>
              <a:buFont typeface="Wingdings" panose="05000000000000000000" pitchFamily="2" charset="2"/>
              <a:buNone/>
              <a:defRPr sz="3400"/>
            </a:lvl5pPr>
          </a:lstStyle>
          <a:p>
            <a:pPr lvl="0" fontAlgn="base"/>
            <a:r>
              <a:rPr lang="zh-CN" altLang="en-US" strike="noStrike" noProof="1"/>
              <a:t>单击此处编辑母版副标题样式</a:t>
            </a:r>
          </a:p>
        </p:txBody>
      </p:sp>
      <p:sp>
        <p:nvSpPr>
          <p:cNvPr id="666640" name="日期占位符 666639"/>
          <p:cNvSpPr>
            <a:spLocks noGrp="1"/>
          </p:cNvSpPr>
          <p:nvPr>
            <p:ph type="dt" sz="half" idx="2"/>
          </p:nvPr>
        </p:nvSpPr>
        <p:spPr>
          <a:xfrm>
            <a:off x="457200" y="6248400"/>
            <a:ext cx="2133600" cy="457200"/>
          </a:xfrm>
          <a:prstGeom prst="rect">
            <a:avLst/>
          </a:prstGeom>
          <a:noFill/>
          <a:ln w="9525">
            <a:noFill/>
          </a:ln>
        </p:spPr>
        <p:txBody>
          <a:bodyPr anchor="b"/>
          <a:lstStyle>
            <a:lvl1pPr>
              <a:defRPr sz="1200"/>
            </a:lvl1pPr>
          </a:lstStyle>
          <a:p>
            <a:pPr fontAlgn="base"/>
            <a:endParaRPr lang="zh-CN" altLang="en-US" strike="noStrike" noProof="1">
              <a:latin typeface="Arial" panose="020B0604020202020204" pitchFamily="34" charset="0"/>
            </a:endParaRPr>
          </a:p>
        </p:txBody>
      </p:sp>
      <p:sp>
        <p:nvSpPr>
          <p:cNvPr id="666641" name="页脚占位符 666640"/>
          <p:cNvSpPr>
            <a:spLocks noGrp="1"/>
          </p:cNvSpPr>
          <p:nvPr>
            <p:ph type="ftr" sz="quarter" idx="3"/>
          </p:nvPr>
        </p:nvSpPr>
        <p:spPr>
          <a:xfrm>
            <a:off x="3124200" y="6248400"/>
            <a:ext cx="2895600" cy="457200"/>
          </a:xfrm>
          <a:prstGeom prst="rect">
            <a:avLst/>
          </a:prstGeom>
          <a:noFill/>
          <a:ln w="9525">
            <a:noFill/>
          </a:ln>
        </p:spPr>
        <p:txBody>
          <a:bodyPr anchor="b"/>
          <a:lstStyle>
            <a:lvl1pPr algn="ctr">
              <a:defRPr sz="1200"/>
            </a:lvl1pPr>
          </a:lstStyle>
          <a:p>
            <a:pPr fontAlgn="base"/>
            <a:endParaRPr lang="zh-CN" altLang="en-US" strike="noStrike" noProof="1">
              <a:latin typeface="Arial" panose="020B0604020202020204" pitchFamily="34" charset="0"/>
            </a:endParaRPr>
          </a:p>
        </p:txBody>
      </p:sp>
      <p:sp>
        <p:nvSpPr>
          <p:cNvPr id="666642" name="灯片编号占位符 666641"/>
          <p:cNvSpPr>
            <a:spLocks noGrp="1"/>
          </p:cNvSpPr>
          <p:nvPr>
            <p:ph type="sldNum" sz="quarter" idx="4"/>
          </p:nvPr>
        </p:nvSpPr>
        <p:spPr>
          <a:xfrm>
            <a:off x="6553200" y="6248400"/>
            <a:ext cx="2133600" cy="457200"/>
          </a:xfrm>
          <a:prstGeom prst="rect">
            <a:avLst/>
          </a:prstGeom>
          <a:noFill/>
          <a:ln w="9525">
            <a:noFill/>
          </a:ln>
        </p:spPr>
        <p:txBody>
          <a:bodyPr anchor="b"/>
          <a:lstStyle>
            <a:lvl1pPr algn="r">
              <a:defRPr sz="1200">
                <a:latin typeface="Arial Black" panose="020B0A04020102020204" pitchFamily="34" charset="0"/>
              </a:defRPr>
            </a:lvl1pPr>
          </a:lstStyle>
          <a:p>
            <a:pPr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6" name="日期占位符 5"/>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6" name="日期占位符 5"/>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981200"/>
            <a:ext cx="4032504"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981200"/>
            <a:ext cx="4032504"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7" name="日期占位符 6"/>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8" name="灯片编号占位符 7"/>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9" name="日期占位符 8"/>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页脚占位符 2"/>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5" name="日期占位符 4"/>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3" name="灯片编号占位符 2"/>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4" name="日期占位符 3"/>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7" name="日期占位符 6"/>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7" name="日期占位符 6"/>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6" name="日期占位符 5"/>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457200"/>
            <a:ext cx="6052930" cy="54102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6" name="日期占位符 5"/>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12290" name="组合 666625"/>
          <p:cNvGrpSpPr/>
          <p:nvPr/>
        </p:nvGrpSpPr>
        <p:grpSpPr>
          <a:xfrm>
            <a:off x="0" y="0"/>
            <a:ext cx="9144000" cy="6858000"/>
            <a:chOff x="0" y="0"/>
            <a:chExt cx="5760" cy="4320"/>
          </a:xfrm>
        </p:grpSpPr>
        <p:sp>
          <p:nvSpPr>
            <p:cNvPr id="12291" name="矩形 666626"/>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dirty="0">
                <a:latin typeface="Times New Roman" panose="02020603050405020304" pitchFamily="18" charset="0"/>
                <a:ea typeface="宋体" panose="02010600030101010101" pitchFamily="2" charset="-122"/>
              </a:endParaRPr>
            </a:p>
          </p:txBody>
        </p:sp>
        <p:sp>
          <p:nvSpPr>
            <p:cNvPr id="12292" name="矩形 666627"/>
            <p:cNvSpPr/>
            <p:nvPr/>
          </p:nvSpPr>
          <p:spPr>
            <a:xfrm>
              <a:off x="1081" y="1065"/>
              <a:ext cx="4679" cy="1596"/>
            </a:xfrm>
            <a:prstGeom prst="rect">
              <a:avLst/>
            </a:prstGeom>
            <a:solidFill>
              <a:schemeClr val="bg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grpSp>
          <p:nvGrpSpPr>
            <p:cNvPr id="12293" name="组合 666628"/>
            <p:cNvGrpSpPr/>
            <p:nvPr/>
          </p:nvGrpSpPr>
          <p:grpSpPr>
            <a:xfrm>
              <a:off x="0" y="672"/>
              <a:ext cx="1806" cy="1989"/>
              <a:chOff x="0" y="672"/>
              <a:chExt cx="1806" cy="1989"/>
            </a:xfrm>
          </p:grpSpPr>
          <p:sp>
            <p:nvSpPr>
              <p:cNvPr id="12294" name="矩形 666629"/>
              <p:cNvSpPr/>
              <p:nvPr userDrawn="1"/>
            </p:nvSpPr>
            <p:spPr>
              <a:xfrm>
                <a:off x="361" y="2257"/>
                <a:ext cx="363" cy="404"/>
              </a:xfrm>
              <a:prstGeom prst="rect">
                <a:avLst/>
              </a:prstGeom>
              <a:solidFill>
                <a:schemeClr val="accent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2295" name="矩形 666630"/>
              <p:cNvSpPr/>
              <p:nvPr userDrawn="1"/>
            </p:nvSpPr>
            <p:spPr>
              <a:xfrm>
                <a:off x="1081" y="1065"/>
                <a:ext cx="362" cy="405"/>
              </a:xfrm>
              <a:prstGeom prst="rect">
                <a:avLst/>
              </a:prstGeom>
              <a:solidFill>
                <a:schemeClr val="folHlink"/>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2296" name="矩形 666631"/>
              <p:cNvSpPr/>
              <p:nvPr userDrawn="1"/>
            </p:nvSpPr>
            <p:spPr>
              <a:xfrm>
                <a:off x="1437" y="672"/>
                <a:ext cx="369" cy="400"/>
              </a:xfrm>
              <a:prstGeom prst="rect">
                <a:avLst/>
              </a:prstGeom>
              <a:solidFill>
                <a:schemeClr val="folHlink"/>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2297" name="矩形 666632"/>
              <p:cNvSpPr/>
              <p:nvPr userDrawn="1"/>
            </p:nvSpPr>
            <p:spPr>
              <a:xfrm>
                <a:off x="719" y="2257"/>
                <a:ext cx="368" cy="404"/>
              </a:xfrm>
              <a:prstGeom prst="rect">
                <a:avLst/>
              </a:prstGeom>
              <a:solidFill>
                <a:schemeClr val="bg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2298" name="矩形 666633"/>
              <p:cNvSpPr/>
              <p:nvPr userDrawn="1"/>
            </p:nvSpPr>
            <p:spPr>
              <a:xfrm>
                <a:off x="1437" y="1065"/>
                <a:ext cx="369" cy="405"/>
              </a:xfrm>
              <a:prstGeom prst="rect">
                <a:avLst/>
              </a:prstGeom>
              <a:solidFill>
                <a:schemeClr val="accent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2299" name="矩形 666634"/>
              <p:cNvSpPr/>
              <p:nvPr userDrawn="1"/>
            </p:nvSpPr>
            <p:spPr>
              <a:xfrm>
                <a:off x="719" y="1464"/>
                <a:ext cx="368" cy="399"/>
              </a:xfrm>
              <a:prstGeom prst="rect">
                <a:avLst/>
              </a:prstGeom>
              <a:solidFill>
                <a:schemeClr val="folHlink"/>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2300" name="矩形 666635"/>
              <p:cNvSpPr/>
              <p:nvPr userDrawn="1"/>
            </p:nvSpPr>
            <p:spPr>
              <a:xfrm>
                <a:off x="0" y="1464"/>
                <a:ext cx="367" cy="399"/>
              </a:xfrm>
              <a:prstGeom prst="rect">
                <a:avLst/>
              </a:prstGeom>
              <a:solidFill>
                <a:schemeClr val="bg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2301" name="矩形 666636"/>
              <p:cNvSpPr/>
              <p:nvPr userDrawn="1"/>
            </p:nvSpPr>
            <p:spPr>
              <a:xfrm>
                <a:off x="1081" y="1464"/>
                <a:ext cx="362" cy="399"/>
              </a:xfrm>
              <a:prstGeom prst="rect">
                <a:avLst/>
              </a:prstGeom>
              <a:solidFill>
                <a:schemeClr val="accent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2302" name="矩形 666637"/>
              <p:cNvSpPr/>
              <p:nvPr userDrawn="1"/>
            </p:nvSpPr>
            <p:spPr>
              <a:xfrm>
                <a:off x="361" y="1857"/>
                <a:ext cx="363" cy="406"/>
              </a:xfrm>
              <a:prstGeom prst="rect">
                <a:avLst/>
              </a:prstGeom>
              <a:solidFill>
                <a:schemeClr val="folHlink"/>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12303" name="矩形 666638"/>
              <p:cNvSpPr/>
              <p:nvPr userDrawn="1"/>
            </p:nvSpPr>
            <p:spPr>
              <a:xfrm>
                <a:off x="719" y="1857"/>
                <a:ext cx="368" cy="406"/>
              </a:xfrm>
              <a:prstGeom prst="rect">
                <a:avLst/>
              </a:prstGeom>
              <a:solidFill>
                <a:schemeClr val="accent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grpSp>
      </p:grpSp>
      <p:sp>
        <p:nvSpPr>
          <p:cNvPr id="666643" name="标题 666642"/>
          <p:cNvSpPr>
            <a:spLocks noGrp="1"/>
          </p:cNvSpPr>
          <p:nvPr>
            <p:ph type="ctrTitle"/>
          </p:nvPr>
        </p:nvSpPr>
        <p:spPr>
          <a:xfrm>
            <a:off x="2971800" y="1828800"/>
            <a:ext cx="6019800" cy="2209800"/>
          </a:xfrm>
          <a:prstGeom prst="rect">
            <a:avLst/>
          </a:prstGeom>
          <a:noFill/>
          <a:ln w="9525">
            <a:noFill/>
          </a:ln>
        </p:spPr>
        <p:txBody>
          <a:bodyPr anchor="ctr"/>
          <a:lstStyle>
            <a:lvl1pPr lvl="0">
              <a:buClrTx/>
              <a:buSzTx/>
              <a:buFontTx/>
              <a:defRPr sz="5000">
                <a:solidFill>
                  <a:srgbClr val="FFFFFF"/>
                </a:solidFill>
              </a:defRPr>
            </a:lvl1pPr>
          </a:lstStyle>
          <a:p>
            <a:pPr lvl="0" fontAlgn="base"/>
            <a:r>
              <a:rPr lang="zh-CN" altLang="en-US" strike="noStrike" noProof="1"/>
              <a:t>单击此处编辑母版标题样式</a:t>
            </a:r>
          </a:p>
        </p:txBody>
      </p:sp>
      <p:sp>
        <p:nvSpPr>
          <p:cNvPr id="666644" name="副标题 666643"/>
          <p:cNvSpPr>
            <a:spLocks noGrp="1"/>
          </p:cNvSpPr>
          <p:nvPr>
            <p:ph type="subTitle" idx="1"/>
          </p:nvPr>
        </p:nvSpPr>
        <p:spPr>
          <a:xfrm>
            <a:off x="2971800" y="4267200"/>
            <a:ext cx="6019800" cy="1752600"/>
          </a:xfrm>
          <a:prstGeom prst="rect">
            <a:avLst/>
          </a:prstGeom>
          <a:noFill/>
          <a:ln w="9525">
            <a:noFill/>
          </a:ln>
        </p:spPr>
        <p:txBody>
          <a:bodyPr anchor="t"/>
          <a:lstStyle>
            <a:lvl1pPr marL="0" lvl="0" indent="0">
              <a:buClr>
                <a:schemeClr val="bg2"/>
              </a:buClr>
              <a:buSzPct val="75000"/>
              <a:buFont typeface="Wingdings" panose="05000000000000000000" pitchFamily="2" charset="2"/>
              <a:buNone/>
              <a:defRPr sz="3400"/>
            </a:lvl1pPr>
            <a:lvl2pPr marL="457200" lvl="1" indent="0" algn="ctr">
              <a:buClr>
                <a:schemeClr val="accent2"/>
              </a:buClr>
              <a:buSzPct val="80000"/>
              <a:buFont typeface="Wingdings" panose="05000000000000000000" pitchFamily="2" charset="2"/>
              <a:buNone/>
              <a:defRPr sz="3400"/>
            </a:lvl2pPr>
            <a:lvl3pPr marL="914400" lvl="2" indent="0" algn="ctr">
              <a:buClr>
                <a:schemeClr val="bg2"/>
              </a:buClr>
              <a:buSzPct val="65000"/>
              <a:buFont typeface="Wingdings" panose="05000000000000000000" pitchFamily="2" charset="2"/>
              <a:buNone/>
              <a:defRPr sz="3400"/>
            </a:lvl3pPr>
            <a:lvl4pPr marL="1371600" lvl="3" indent="0" algn="ctr">
              <a:buClr>
                <a:schemeClr val="accent2"/>
              </a:buClr>
              <a:buSzPct val="70000"/>
              <a:buFont typeface="Wingdings" panose="05000000000000000000" pitchFamily="2" charset="2"/>
              <a:buNone/>
              <a:defRPr sz="3400"/>
            </a:lvl4pPr>
            <a:lvl5pPr marL="1828800" lvl="4" indent="0" algn="ctr">
              <a:buClr>
                <a:schemeClr val="bg2"/>
              </a:buClr>
              <a:buSzTx/>
              <a:buFont typeface="Wingdings" panose="05000000000000000000" pitchFamily="2" charset="2"/>
              <a:buNone/>
              <a:defRPr sz="3400"/>
            </a:lvl5pPr>
          </a:lstStyle>
          <a:p>
            <a:pPr lvl="0" fontAlgn="base"/>
            <a:r>
              <a:rPr lang="zh-CN" altLang="en-US" strike="noStrike" noProof="1"/>
              <a:t>单击此处编辑母版副标题样式</a:t>
            </a:r>
          </a:p>
        </p:txBody>
      </p:sp>
      <p:sp>
        <p:nvSpPr>
          <p:cNvPr id="666640" name="日期占位符 666639"/>
          <p:cNvSpPr>
            <a:spLocks noGrp="1"/>
          </p:cNvSpPr>
          <p:nvPr>
            <p:ph type="dt" sz="half" idx="2"/>
          </p:nvPr>
        </p:nvSpPr>
        <p:spPr>
          <a:xfrm>
            <a:off x="457200" y="6248400"/>
            <a:ext cx="2133600" cy="457200"/>
          </a:xfrm>
          <a:prstGeom prst="rect">
            <a:avLst/>
          </a:prstGeom>
          <a:noFill/>
          <a:ln w="9525">
            <a:noFill/>
          </a:ln>
        </p:spPr>
        <p:txBody>
          <a:bodyPr anchor="b"/>
          <a:lstStyle>
            <a:lvl1pPr>
              <a:defRPr sz="1200"/>
            </a:lvl1pPr>
          </a:lstStyle>
          <a:p>
            <a:pPr fontAlgn="base"/>
            <a:endParaRPr lang="zh-CN" altLang="en-US" strike="noStrike" noProof="1">
              <a:latin typeface="Arial" panose="020B0604020202020204" pitchFamily="34" charset="0"/>
            </a:endParaRPr>
          </a:p>
        </p:txBody>
      </p:sp>
      <p:sp>
        <p:nvSpPr>
          <p:cNvPr id="666641" name="页脚占位符 666640"/>
          <p:cNvSpPr>
            <a:spLocks noGrp="1"/>
          </p:cNvSpPr>
          <p:nvPr>
            <p:ph type="ftr" sz="quarter" idx="3"/>
          </p:nvPr>
        </p:nvSpPr>
        <p:spPr>
          <a:xfrm>
            <a:off x="3124200" y="6248400"/>
            <a:ext cx="2895600" cy="457200"/>
          </a:xfrm>
          <a:prstGeom prst="rect">
            <a:avLst/>
          </a:prstGeom>
          <a:noFill/>
          <a:ln w="9525">
            <a:noFill/>
          </a:ln>
        </p:spPr>
        <p:txBody>
          <a:bodyPr anchor="b"/>
          <a:lstStyle>
            <a:lvl1pPr algn="ctr">
              <a:defRPr sz="1200"/>
            </a:lvl1pPr>
          </a:lstStyle>
          <a:p>
            <a:pPr fontAlgn="base"/>
            <a:endParaRPr lang="zh-CN" altLang="en-US" strike="noStrike" noProof="1">
              <a:latin typeface="Arial" panose="020B0604020202020204" pitchFamily="34" charset="0"/>
            </a:endParaRPr>
          </a:p>
        </p:txBody>
      </p:sp>
      <p:sp>
        <p:nvSpPr>
          <p:cNvPr id="666642" name="灯片编号占位符 666641"/>
          <p:cNvSpPr>
            <a:spLocks noGrp="1"/>
          </p:cNvSpPr>
          <p:nvPr>
            <p:ph type="sldNum" sz="quarter" idx="4"/>
          </p:nvPr>
        </p:nvSpPr>
        <p:spPr>
          <a:xfrm>
            <a:off x="6553200" y="6248400"/>
            <a:ext cx="2133600" cy="457200"/>
          </a:xfrm>
          <a:prstGeom prst="rect">
            <a:avLst/>
          </a:prstGeom>
          <a:noFill/>
          <a:ln w="9525">
            <a:noFill/>
          </a:ln>
        </p:spPr>
        <p:txBody>
          <a:bodyPr anchor="b"/>
          <a:lstStyle>
            <a:lvl1pPr algn="r">
              <a:defRPr sz="1200">
                <a:latin typeface="Arial Black" panose="020B0A04020102020204" pitchFamily="34" charset="0"/>
              </a:defRPr>
            </a:lvl1pPr>
          </a:lstStyle>
          <a:p>
            <a:pPr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6" name="日期占位符 5"/>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6" name="日期占位符 5"/>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981200"/>
            <a:ext cx="4032504"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981200"/>
            <a:ext cx="4032504" cy="3886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7" name="日期占位符 6"/>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8" name="灯片编号占位符 7"/>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9" name="日期占位符 8"/>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页脚占位符 2"/>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5" name="日期占位符 4"/>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3" name="灯片编号占位符 2"/>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4" name="日期占位符 3"/>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7" name="日期占位符 6"/>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7" name="日期占位符 6"/>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6" name="日期占位符 5"/>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457200"/>
            <a:ext cx="6052930" cy="54102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6" name="日期占位符 5"/>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181876"/>
            </a:gs>
            <a:gs pos="50000">
              <a:srgbClr val="3333FF"/>
            </a:gs>
            <a:gs pos="100000">
              <a:srgbClr val="181876"/>
            </a:gs>
          </a:gsLst>
          <a:lin ang="18900000" scaled="1"/>
          <a:tileRect/>
        </a:gradFill>
        <a:effectLst/>
      </p:bgPr>
    </p:bg>
    <p:spTree>
      <p:nvGrpSpPr>
        <p:cNvPr id="1" name=""/>
        <p:cNvGrpSpPr/>
        <p:nvPr/>
      </p:nvGrpSpPr>
      <p:grpSpPr>
        <a:xfrm>
          <a:off x="0" y="0"/>
          <a:ext cx="0" cy="0"/>
          <a:chOff x="0" y="0"/>
          <a:chExt cx="0" cy="0"/>
        </a:xfrm>
      </p:grpSpPr>
      <p:grpSp>
        <p:nvGrpSpPr>
          <p:cNvPr id="1026" name="组合 525313"/>
          <p:cNvGrpSpPr/>
          <p:nvPr userDrawn="1"/>
        </p:nvGrpSpPr>
        <p:grpSpPr>
          <a:xfrm>
            <a:off x="127000" y="260350"/>
            <a:ext cx="8542338" cy="1052513"/>
            <a:chOff x="80" y="624"/>
            <a:chExt cx="5381" cy="663"/>
          </a:xfrm>
        </p:grpSpPr>
        <p:sp>
          <p:nvSpPr>
            <p:cNvPr id="1027" name="矩形 525314"/>
            <p:cNvSpPr/>
            <p:nvPr/>
          </p:nvSpPr>
          <p:spPr>
            <a:xfrm>
              <a:off x="263" y="692"/>
              <a:ext cx="276" cy="299"/>
            </a:xfrm>
            <a:prstGeom prst="rect">
              <a:avLst/>
            </a:prstGeom>
            <a:solidFill>
              <a:schemeClr val="accent2"/>
            </a:soli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sp>
          <p:nvSpPr>
            <p:cNvPr id="1028" name="矩形 525315"/>
            <p:cNvSpPr/>
            <p:nvPr/>
          </p:nvSpPr>
          <p:spPr>
            <a:xfrm>
              <a:off x="504" y="692"/>
              <a:ext cx="207" cy="299"/>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sp>
          <p:nvSpPr>
            <p:cNvPr id="1029" name="矩形 525316"/>
            <p:cNvSpPr/>
            <p:nvPr/>
          </p:nvSpPr>
          <p:spPr>
            <a:xfrm>
              <a:off x="341" y="958"/>
              <a:ext cx="266" cy="299"/>
            </a:xfrm>
            <a:prstGeom prst="rect">
              <a:avLst/>
            </a:prstGeom>
            <a:solidFill>
              <a:schemeClr val="folHlink"/>
            </a:soli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sp>
          <p:nvSpPr>
            <p:cNvPr id="1030" name="矩形 525317"/>
            <p:cNvSpPr/>
            <p:nvPr/>
          </p:nvSpPr>
          <p:spPr>
            <a:xfrm>
              <a:off x="574" y="958"/>
              <a:ext cx="232" cy="299"/>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sp>
          <p:nvSpPr>
            <p:cNvPr id="1031" name="矩形 525318"/>
            <p:cNvSpPr/>
            <p:nvPr/>
          </p:nvSpPr>
          <p:spPr>
            <a:xfrm>
              <a:off x="80" y="912"/>
              <a:ext cx="353" cy="266"/>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sp>
          <p:nvSpPr>
            <p:cNvPr id="1032" name="矩形 525319"/>
            <p:cNvSpPr/>
            <p:nvPr/>
          </p:nvSpPr>
          <p:spPr>
            <a:xfrm>
              <a:off x="480" y="624"/>
              <a:ext cx="20" cy="663"/>
            </a:xfrm>
            <a:prstGeom prst="rect">
              <a:avLst/>
            </a:prstGeom>
            <a:solidFill>
              <a:schemeClr val="bg2"/>
            </a:soli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sp>
          <p:nvSpPr>
            <p:cNvPr id="1033" name="矩形 525320"/>
            <p:cNvSpPr/>
            <p:nvPr/>
          </p:nvSpPr>
          <p:spPr>
            <a:xfrm>
              <a:off x="279" y="1122"/>
              <a:ext cx="5182" cy="20"/>
            </a:xfrm>
            <a:prstGeom prst="rect">
              <a:avLst/>
            </a:prstGeom>
            <a:gradFill rotWithShape="0">
              <a:gsLst>
                <a:gs pos="0">
                  <a:schemeClr val="bg2"/>
                </a:gs>
                <a:gs pos="100000">
                  <a:schemeClr val="bg1"/>
                </a:gs>
              </a:gsLst>
              <a:lin ang="0" scaled="1"/>
              <a:tileRect/>
            </a:gra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grpSp>
      <p:sp>
        <p:nvSpPr>
          <p:cNvPr id="1034" name="标题 525321"/>
          <p:cNvSpPr>
            <a:spLocks noGrp="1"/>
          </p:cNvSpPr>
          <p:nvPr>
            <p:ph type="title"/>
          </p:nvPr>
        </p:nvSpPr>
        <p:spPr>
          <a:xfrm>
            <a:off x="1143000" y="228600"/>
            <a:ext cx="7793038" cy="1143000"/>
          </a:xfrm>
          <a:prstGeom prst="rect">
            <a:avLst/>
          </a:prstGeom>
          <a:noFill/>
          <a:ln w="9525">
            <a:noFill/>
          </a:ln>
        </p:spPr>
        <p:txBody>
          <a:bodyPr anchor="b" anchorCtr="0"/>
          <a:lstStyle/>
          <a:p>
            <a:pPr lvl="0"/>
            <a:r>
              <a:rPr lang="zh-CN" altLang="en-US" dirty="0"/>
              <a:t>单击此处编辑母版标题样式</a:t>
            </a:r>
          </a:p>
        </p:txBody>
      </p:sp>
      <p:sp>
        <p:nvSpPr>
          <p:cNvPr id="1035" name="文本占位符 525322"/>
          <p:cNvSpPr>
            <a:spLocks noGrp="1"/>
          </p:cNvSpPr>
          <p:nvPr>
            <p:ph type="body"/>
          </p:nvPr>
        </p:nvSpPr>
        <p:spPr>
          <a:xfrm>
            <a:off x="1182688" y="2017713"/>
            <a:ext cx="7772400" cy="41148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525324" name="日期占位符 525323"/>
          <p:cNvSpPr>
            <a:spLocks noGrp="1"/>
          </p:cNvSpPr>
          <p:nvPr>
            <p:ph type="dt" sz="half" idx="2"/>
          </p:nvPr>
        </p:nvSpPr>
        <p:spPr>
          <a:xfrm>
            <a:off x="914400" y="6324600"/>
            <a:ext cx="1905000" cy="457200"/>
          </a:xfrm>
          <a:prstGeom prst="rect">
            <a:avLst/>
          </a:prstGeom>
          <a:noFill/>
          <a:ln w="9525">
            <a:noFill/>
          </a:ln>
        </p:spPr>
        <p:txBody>
          <a:bodyPr anchor="b"/>
          <a:lstStyle>
            <a:lvl1pPr>
              <a:defRPr sz="1400">
                <a:latin typeface="Tahoma" panose="020B0604030504040204" pitchFamily="34" charset="0"/>
              </a:defRPr>
            </a:lvl1pPr>
          </a:lstStyle>
          <a:p>
            <a:pPr lvl="0" fontAlgn="base"/>
            <a:endParaRPr lang="zh-CN" altLang="en-US" strike="noStrike" noProof="1">
              <a:latin typeface="Arial" panose="020B0604020202020204" pitchFamily="34" charset="0"/>
            </a:endParaRPr>
          </a:p>
        </p:txBody>
      </p:sp>
      <p:sp>
        <p:nvSpPr>
          <p:cNvPr id="525325" name="页脚占位符 525324"/>
          <p:cNvSpPr>
            <a:spLocks noGrp="1"/>
          </p:cNvSpPr>
          <p:nvPr>
            <p:ph type="ftr" sz="quarter" idx="3"/>
          </p:nvPr>
        </p:nvSpPr>
        <p:spPr>
          <a:xfrm>
            <a:off x="3352800" y="6324600"/>
            <a:ext cx="2895600" cy="457200"/>
          </a:xfrm>
          <a:prstGeom prst="rect">
            <a:avLst/>
          </a:prstGeom>
          <a:noFill/>
          <a:ln w="9525">
            <a:noFill/>
          </a:ln>
        </p:spPr>
        <p:txBody>
          <a:bodyPr anchor="b"/>
          <a:lstStyle>
            <a:lvl1pPr algn="ctr">
              <a:defRPr sz="1400">
                <a:latin typeface="Tahoma" panose="020B0604030504040204" pitchFamily="34" charset="0"/>
              </a:defRPr>
            </a:lvl1pPr>
          </a:lstStyle>
          <a:p>
            <a:pPr lvl="0" fontAlgn="base"/>
            <a:endParaRPr lang="zh-CN" altLang="en-US" strike="noStrike" noProof="1"/>
          </a:p>
        </p:txBody>
      </p:sp>
      <p:sp>
        <p:nvSpPr>
          <p:cNvPr id="525326" name="灯片编号占位符 525325"/>
          <p:cNvSpPr>
            <a:spLocks noGrp="1"/>
          </p:cNvSpPr>
          <p:nvPr>
            <p:ph type="sldNum" sz="quarter" idx="4"/>
          </p:nvPr>
        </p:nvSpPr>
        <p:spPr>
          <a:xfrm>
            <a:off x="7239000" y="6400800"/>
            <a:ext cx="1905000" cy="457200"/>
          </a:xfrm>
          <a:prstGeom prst="rect">
            <a:avLst/>
          </a:prstGeom>
          <a:noFill/>
          <a:ln w="9525">
            <a:noFill/>
          </a:ln>
        </p:spPr>
        <p:txBody>
          <a:bodyPr anchor="b"/>
          <a:lstStyle>
            <a:lvl1pPr algn="r">
              <a:defRPr sz="1400">
                <a:latin typeface="Tahoma" panose="020B0604030504040204" pitchFamily="34" charset="0"/>
              </a:defRPr>
            </a:lvl1pPr>
          </a:lstStyle>
          <a:p>
            <a:pPr lvl="0" fontAlgn="base"/>
            <a:fld id="{9A0DB2DC-4C9A-4742-B13C-FB6460FD3503}" type="slidenum">
              <a:rPr lang="zh-CN" altLang="en-US" strike="noStrike" noProof="1" dirty="0">
                <a:latin typeface="Tahoma" panose="020B060403050404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 629761"/>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2051" name="文本占位符 629762"/>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629764" name="日期占位符 629763"/>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629765" name="页脚占位符 629764"/>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629766" name="灯片编号占位符 629765"/>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grpSp>
        <p:nvGrpSpPr>
          <p:cNvPr id="2055" name="组合 629766"/>
          <p:cNvGrpSpPr/>
          <p:nvPr userDrawn="1"/>
        </p:nvGrpSpPr>
        <p:grpSpPr>
          <a:xfrm>
            <a:off x="127000" y="260350"/>
            <a:ext cx="8542338" cy="1052513"/>
            <a:chOff x="80" y="624"/>
            <a:chExt cx="5381" cy="663"/>
          </a:xfrm>
        </p:grpSpPr>
        <p:sp>
          <p:nvSpPr>
            <p:cNvPr id="2056" name="矩形 629767"/>
            <p:cNvSpPr/>
            <p:nvPr/>
          </p:nvSpPr>
          <p:spPr>
            <a:xfrm>
              <a:off x="263" y="692"/>
              <a:ext cx="276" cy="299"/>
            </a:xfrm>
            <a:prstGeom prst="rect">
              <a:avLst/>
            </a:prstGeom>
            <a:solidFill>
              <a:schemeClr val="accent2"/>
            </a:soli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sp>
          <p:nvSpPr>
            <p:cNvPr id="2057" name="矩形 629768"/>
            <p:cNvSpPr/>
            <p:nvPr/>
          </p:nvSpPr>
          <p:spPr>
            <a:xfrm>
              <a:off x="504" y="692"/>
              <a:ext cx="207" cy="299"/>
            </a:xfrm>
            <a:prstGeom prst="rect">
              <a:avLst/>
            </a:prstGeom>
            <a:gradFill rotWithShape="0">
              <a:gsLst>
                <a:gs pos="0">
                  <a:schemeClr val="accent2"/>
                </a:gs>
                <a:gs pos="100000">
                  <a:schemeClr val="bg1"/>
                </a:gs>
              </a:gsLst>
              <a:lin ang="0" scaled="1"/>
              <a:tileRect/>
            </a:gra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sp>
          <p:nvSpPr>
            <p:cNvPr id="2058" name="矩形 629769"/>
            <p:cNvSpPr/>
            <p:nvPr/>
          </p:nvSpPr>
          <p:spPr>
            <a:xfrm>
              <a:off x="341" y="958"/>
              <a:ext cx="266" cy="299"/>
            </a:xfrm>
            <a:prstGeom prst="rect">
              <a:avLst/>
            </a:prstGeom>
            <a:solidFill>
              <a:schemeClr val="folHlink"/>
            </a:soli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sp>
          <p:nvSpPr>
            <p:cNvPr id="2059" name="矩形 629770"/>
            <p:cNvSpPr/>
            <p:nvPr/>
          </p:nvSpPr>
          <p:spPr>
            <a:xfrm>
              <a:off x="574" y="958"/>
              <a:ext cx="232" cy="299"/>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sp>
          <p:nvSpPr>
            <p:cNvPr id="2060" name="矩形 629771"/>
            <p:cNvSpPr/>
            <p:nvPr/>
          </p:nvSpPr>
          <p:spPr>
            <a:xfrm>
              <a:off x="80" y="912"/>
              <a:ext cx="353" cy="266"/>
            </a:xfrm>
            <a:prstGeom prst="rect">
              <a:avLst/>
            </a:prstGeom>
            <a:gradFill rotWithShape="0">
              <a:gsLst>
                <a:gs pos="0">
                  <a:schemeClr val="bg1"/>
                </a:gs>
                <a:gs pos="100000">
                  <a:schemeClr val="hlink"/>
                </a:gs>
              </a:gsLst>
              <a:lin ang="18900000" scaled="1"/>
              <a:tileRect/>
            </a:gra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sp>
          <p:nvSpPr>
            <p:cNvPr id="2061" name="矩形 629772"/>
            <p:cNvSpPr/>
            <p:nvPr/>
          </p:nvSpPr>
          <p:spPr>
            <a:xfrm>
              <a:off x="480" y="624"/>
              <a:ext cx="20" cy="663"/>
            </a:xfrm>
            <a:prstGeom prst="rect">
              <a:avLst/>
            </a:prstGeom>
            <a:solidFill>
              <a:schemeClr val="bg2"/>
            </a:soli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sp>
          <p:nvSpPr>
            <p:cNvPr id="2062" name="矩形 629773"/>
            <p:cNvSpPr/>
            <p:nvPr/>
          </p:nvSpPr>
          <p:spPr>
            <a:xfrm>
              <a:off x="279" y="1122"/>
              <a:ext cx="5182" cy="20"/>
            </a:xfrm>
            <a:prstGeom prst="rect">
              <a:avLst/>
            </a:prstGeom>
            <a:gradFill rotWithShape="0">
              <a:gsLst>
                <a:gs pos="0">
                  <a:schemeClr val="bg2"/>
                </a:gs>
                <a:gs pos="100000">
                  <a:schemeClr val="bg1"/>
                </a:gs>
              </a:gsLst>
              <a:lin ang="0" scaled="1"/>
              <a:tileRect/>
            </a:gradFill>
            <a:ln w="9525">
              <a:noFill/>
            </a:ln>
          </p:spPr>
          <p:txBody>
            <a:bodyPr wrap="none" anchor="ctr" anchorCtr="0"/>
            <a:lstStyle/>
            <a:p>
              <a:pPr lvl="0" algn="ctr"/>
              <a:endParaRPr lang="zh-CN" altLang="zh-CN" dirty="0">
                <a:latin typeface="Tahoma" panose="020B0604030504040204" pitchFamily="34" charset="0"/>
                <a:ea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矩形 633857" descr="蓝色面巾纸"/>
          <p:cNvSpPr/>
          <p:nvPr/>
        </p:nvSpPr>
        <p:spPr>
          <a:xfrm>
            <a:off x="-1587" y="6297613"/>
            <a:ext cx="9144000" cy="549275"/>
          </a:xfrm>
          <a:prstGeom prst="rect">
            <a:avLst/>
          </a:prstGeom>
          <a:blipFill rotWithShape="1">
            <a:blip r:embed="rId13"/>
          </a:blipFill>
          <a:ln w="9525">
            <a:noFill/>
          </a:ln>
        </p:spPr>
        <p:txBody>
          <a:bodyPr wrap="none" anchor="ctr" anchorCtr="0"/>
          <a:lstStyle/>
          <a:p>
            <a:pPr lvl="0" algn="ctr"/>
            <a:endParaRPr lang="zh-CN" altLang="zh-CN" b="1" dirty="0">
              <a:solidFill>
                <a:srgbClr val="00CC66"/>
              </a:solidFill>
              <a:latin typeface="Arial" panose="020B0604020202020204" pitchFamily="34" charset="0"/>
              <a:ea typeface="宋体" panose="02010600030101010101" pitchFamily="2" charset="-122"/>
            </a:endParaRPr>
          </a:p>
        </p:txBody>
      </p:sp>
      <p:sp>
        <p:nvSpPr>
          <p:cNvPr id="3075" name="矩形 633858"/>
          <p:cNvSpPr/>
          <p:nvPr/>
        </p:nvSpPr>
        <p:spPr>
          <a:xfrm>
            <a:off x="0" y="692150"/>
            <a:ext cx="9144000" cy="1008063"/>
          </a:xfrm>
          <a:prstGeom prst="rect">
            <a:avLst/>
          </a:prstGeom>
          <a:pattFill prst="ltHorz">
            <a:fgClr>
              <a:schemeClr val="accent1"/>
            </a:fgClr>
            <a:bgClr>
              <a:schemeClr val="bg1"/>
            </a:bgClr>
          </a:pattFill>
          <a:ln w="9525">
            <a:noFill/>
          </a:ln>
        </p:spPr>
        <p:txBody>
          <a:bodyPr anchor="t" anchorCtr="0"/>
          <a:lstStyle/>
          <a:p>
            <a:pPr lvl="0"/>
            <a:endParaRPr lang="zh-CN" altLang="en-US">
              <a:latin typeface="Arial" panose="020B0604020202020204" pitchFamily="34" charset="0"/>
              <a:ea typeface="宋体" panose="02010600030101010101" pitchFamily="2" charset="-122"/>
            </a:endParaRPr>
          </a:p>
        </p:txBody>
      </p:sp>
      <p:sp>
        <p:nvSpPr>
          <p:cNvPr id="3076" name="标题 633859"/>
          <p:cNvSpPr>
            <a:spLocks noGrp="1"/>
          </p:cNvSpPr>
          <p:nvPr>
            <p:ph type="title"/>
          </p:nvPr>
        </p:nvSpPr>
        <p:spPr>
          <a:xfrm>
            <a:off x="323850" y="760413"/>
            <a:ext cx="8229600" cy="868362"/>
          </a:xfrm>
          <a:prstGeom prst="rect">
            <a:avLst/>
          </a:prstGeom>
          <a:noFill/>
          <a:ln w="9525">
            <a:noFill/>
          </a:ln>
        </p:spPr>
        <p:txBody>
          <a:bodyPr anchor="ctr" anchorCtr="0"/>
          <a:lstStyle/>
          <a:p>
            <a:pPr lvl="0"/>
            <a:r>
              <a:rPr lang="zh-CN" altLang="en-US" dirty="0"/>
              <a:t>单击此处编辑母版标题样式</a:t>
            </a:r>
          </a:p>
        </p:txBody>
      </p:sp>
      <p:sp>
        <p:nvSpPr>
          <p:cNvPr id="3077" name="文本占位符 633860"/>
          <p:cNvSpPr>
            <a:spLocks noGrp="1"/>
          </p:cNvSpPr>
          <p:nvPr>
            <p:ph type="body"/>
          </p:nvPr>
        </p:nvSpPr>
        <p:spPr>
          <a:xfrm>
            <a:off x="457200" y="1844675"/>
            <a:ext cx="8229600" cy="4281488"/>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633862" name="日期占位符 633861"/>
          <p:cNvSpPr>
            <a:spLocks noGrp="1"/>
          </p:cNvSpPr>
          <p:nvPr>
            <p:ph type="dt" sz="half" idx="2"/>
          </p:nvPr>
        </p:nvSpPr>
        <p:spPr>
          <a:xfrm>
            <a:off x="107950" y="6453188"/>
            <a:ext cx="2133600" cy="288925"/>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633863" name="页脚占位符 633862"/>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633864" name="灯片编号占位符 633863"/>
          <p:cNvSpPr>
            <a:spLocks noGrp="1"/>
          </p:cNvSpPr>
          <p:nvPr>
            <p:ph type="sldNum" sz="quarter" idx="4"/>
          </p:nvPr>
        </p:nvSpPr>
        <p:spPr>
          <a:xfrm>
            <a:off x="6902450" y="6453188"/>
            <a:ext cx="2133600" cy="341313"/>
          </a:xfrm>
          <a:prstGeom prst="rect">
            <a:avLst/>
          </a:prstGeom>
          <a:noFill/>
          <a:ln w="9525">
            <a:noFill/>
          </a:ln>
        </p:spPr>
        <p:txBody>
          <a:bodyPr/>
          <a:lstStyle>
            <a:lvl1pPr algn="r">
              <a:defRPr sz="1400"/>
            </a:lvl1pPr>
          </a:lstStyle>
          <a:p>
            <a:pPr lvl="0" fontAlgn="base"/>
            <a:r>
              <a:rPr lang="zh-CN" altLang="en-US" strike="noStrike" noProof="1">
                <a:latin typeface="Arial" panose="020B0604020202020204" pitchFamily="34" charset="0"/>
                <a:ea typeface="宋体" panose="02010600030101010101" pitchFamily="2" charset="-122"/>
                <a:cs typeface="+mn-cs"/>
              </a:rPr>
              <a:t>第</a:t>
            </a:r>
            <a:fld id="{9A0DB2DC-4C9A-4742-B13C-FB6460FD3503}" type="slidenum">
              <a:rPr lang="zh-CN" altLang="en-US" sz="1400" strike="noStrike" noProof="1" dirty="0">
                <a:latin typeface="Arial" panose="020B0604020202020204" pitchFamily="34" charset="0"/>
                <a:ea typeface="宋体" panose="02010600030101010101" pitchFamily="2" charset="-122"/>
                <a:cs typeface="+mn-cs"/>
              </a:rPr>
              <a:t>‹#›</a:t>
            </a:fld>
            <a:r>
              <a:rPr lang="zh-CN" altLang="en-US" sz="1400" strike="noStrike" noProof="1">
                <a:latin typeface="Arial" panose="020B0604020202020204" pitchFamily="34" charset="0"/>
                <a:ea typeface="宋体" panose="02010600030101010101" pitchFamily="2" charset="-122"/>
                <a:cs typeface="+mn-cs"/>
              </a:rPr>
              <a:t>页</a:t>
            </a:r>
            <a:endParaRPr lang="zh-CN" altLang="en-US" sz="1400" strike="noStrike" noProof="1">
              <a:latin typeface="Arial" panose="020B0604020202020204" pitchFamily="34" charset="0"/>
            </a:endParaRPr>
          </a:p>
        </p:txBody>
      </p:sp>
      <p:sp>
        <p:nvSpPr>
          <p:cNvPr id="3081" name="矩形 633864" descr="蓝色面巾纸"/>
          <p:cNvSpPr/>
          <p:nvPr/>
        </p:nvSpPr>
        <p:spPr>
          <a:xfrm>
            <a:off x="0" y="0"/>
            <a:ext cx="9144000" cy="549275"/>
          </a:xfrm>
          <a:prstGeom prst="rect">
            <a:avLst/>
          </a:prstGeom>
          <a:blipFill rotWithShape="1">
            <a:blip r:embed="rId13"/>
          </a:blipFill>
          <a:ln w="9525">
            <a:noFill/>
          </a:ln>
        </p:spPr>
        <p:txBody>
          <a:bodyPr wrap="none" anchor="ctr" anchorCtr="0"/>
          <a:lstStyle/>
          <a:p>
            <a:pPr lvl="0" algn="ctr"/>
            <a:r>
              <a:rPr lang="zh-CN" altLang="en-US" b="1" dirty="0">
                <a:solidFill>
                  <a:schemeClr val="hlink"/>
                </a:solidFill>
                <a:latin typeface="Arial" panose="020B0604020202020204" pitchFamily="34" charset="0"/>
                <a:ea typeface="宋体" panose="02010600030101010101" pitchFamily="2" charset="-122"/>
              </a:rPr>
              <a:t>计算机组成原理               </a:t>
            </a:r>
            <a:r>
              <a:rPr lang="zh-CN" altLang="en-US" b="1">
                <a:solidFill>
                  <a:schemeClr val="hlink"/>
                </a:solidFill>
                <a:latin typeface="Arial" panose="020B0604020202020204" pitchFamily="34" charset="0"/>
                <a:ea typeface="宋体" panose="02010600030101010101" pitchFamily="2" charset="-122"/>
              </a:rPr>
              <a:t>                                  </a:t>
            </a:r>
            <a:r>
              <a:rPr lang="en-US" altLang="en-US" b="1">
                <a:solidFill>
                  <a:srgbClr val="FF3300"/>
                </a:solidFill>
                <a:latin typeface="Arial" panose="020B0604020202020204" pitchFamily="34" charset="0"/>
                <a:ea typeface="宋体" panose="02010600030101010101" pitchFamily="2" charset="-122"/>
              </a:rPr>
              <a:t>⊙</a:t>
            </a:r>
            <a:r>
              <a:rPr lang="zh-CN" altLang="en-US" b="1" dirty="0">
                <a:solidFill>
                  <a:schemeClr val="hlink"/>
                </a:solidFill>
                <a:latin typeface="Arial" panose="020B0604020202020204" pitchFamily="34" charset="0"/>
                <a:ea typeface="宋体" panose="02010600030101010101" pitchFamily="2" charset="-122"/>
              </a:rPr>
              <a:t>第一章计算机概述</a:t>
            </a:r>
            <a:endParaRPr lang="zh-CN" altLang="en-US" b="1">
              <a:solidFill>
                <a:schemeClr val="hlink"/>
              </a:solidFill>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marL="0" lvl="0" indent="0" algn="l" defTabSz="914400" rtl="0" eaLnBrk="1" fontAlgn="base" latinLnBrk="0" hangingPunct="1">
        <a:lnSpc>
          <a:spcPct val="100000"/>
        </a:lnSpc>
        <a:spcBef>
          <a:spcPct val="0"/>
        </a:spcBef>
        <a:spcAft>
          <a:spcPct val="0"/>
        </a:spcAft>
        <a:buNone/>
        <a:defRPr sz="4400" b="1" i="0" u="none" kern="1200" baseline="0">
          <a:solidFill>
            <a:srgbClr val="FF0000"/>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SzPct val="75000"/>
        <a:buFont typeface="Wingdings" panose="05000000000000000000" pitchFamily="2" charset="2"/>
        <a:buChar char="l"/>
        <a:defRPr sz="3200" b="1" i="0" u="none" kern="1200" baseline="0">
          <a:solidFill>
            <a:srgbClr val="0000CC"/>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SzTx/>
        <a:buFontTx/>
        <a:buChar char="–"/>
        <a:defRPr sz="2800" b="1" i="0" u="none" kern="1200" baseline="0">
          <a:solidFill>
            <a:srgbClr val="006600"/>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SzTx/>
        <a:buFontTx/>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SzTx/>
        <a:buFontTx/>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8434" name="页脚占位符 658433"/>
          <p:cNvSpPr>
            <a:spLocks noGrp="1"/>
          </p:cNvSpPr>
          <p:nvPr>
            <p:ph type="ftr" sz="quarter" idx="3"/>
          </p:nvPr>
        </p:nvSpPr>
        <p:spPr>
          <a:xfrm>
            <a:off x="3124200" y="6248400"/>
            <a:ext cx="2895600" cy="457200"/>
          </a:xfrm>
          <a:prstGeom prst="rect">
            <a:avLst/>
          </a:prstGeom>
          <a:noFill/>
          <a:ln w="9525">
            <a:noFill/>
          </a:ln>
        </p:spPr>
        <p:txBody>
          <a:bodyPr anchor="b"/>
          <a:lstStyle>
            <a:lvl1pPr algn="ctr">
              <a:defRPr sz="1200"/>
            </a:lvl1pPr>
          </a:lstStyle>
          <a:p>
            <a:pPr lvl="0" fontAlgn="base"/>
            <a:endParaRPr lang="zh-CN" altLang="en-US" strike="noStrike" noProof="1">
              <a:latin typeface="Arial" panose="020B0604020202020204" pitchFamily="34" charset="0"/>
            </a:endParaRPr>
          </a:p>
        </p:txBody>
      </p:sp>
      <p:sp>
        <p:nvSpPr>
          <p:cNvPr id="658435" name="灯片编号占位符 658434"/>
          <p:cNvSpPr>
            <a:spLocks noGrp="1"/>
          </p:cNvSpPr>
          <p:nvPr>
            <p:ph type="sldNum" sz="quarter" idx="4"/>
          </p:nvPr>
        </p:nvSpPr>
        <p:spPr>
          <a:xfrm>
            <a:off x="6553200" y="6248400"/>
            <a:ext cx="2133600" cy="457200"/>
          </a:xfrm>
          <a:prstGeom prst="rect">
            <a:avLst/>
          </a:prstGeom>
          <a:noFill/>
          <a:ln w="9525">
            <a:noFill/>
          </a:ln>
        </p:spPr>
        <p:txBody>
          <a:bodyPr anchor="b"/>
          <a:lstStyle>
            <a:lvl1pPr algn="r">
              <a:defRPr sz="1200">
                <a:latin typeface="Arial Black" panose="020B0A04020102020204" pitchFamily="34" charset="0"/>
              </a:defRPr>
            </a:lvl1p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grpSp>
        <p:nvGrpSpPr>
          <p:cNvPr id="4100" name="组合 658435"/>
          <p:cNvGrpSpPr/>
          <p:nvPr/>
        </p:nvGrpSpPr>
        <p:grpSpPr>
          <a:xfrm>
            <a:off x="0" y="0"/>
            <a:ext cx="9144000" cy="546100"/>
            <a:chOff x="0" y="0"/>
            <a:chExt cx="5760" cy="344"/>
          </a:xfrm>
        </p:grpSpPr>
        <p:sp>
          <p:nvSpPr>
            <p:cNvPr id="4101" name="矩形 658436"/>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dirty="0">
                <a:latin typeface="Times New Roman" panose="02020603050405020304" pitchFamily="18" charset="0"/>
                <a:ea typeface="宋体" panose="02010600030101010101" pitchFamily="2" charset="-122"/>
              </a:endParaRPr>
            </a:p>
          </p:txBody>
        </p:sp>
        <p:sp>
          <p:nvSpPr>
            <p:cNvPr id="4102" name="矩形 658437"/>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4103" name="矩形 658438"/>
            <p:cNvSpPr/>
            <p:nvPr/>
          </p:nvSpPr>
          <p:spPr>
            <a:xfrm>
              <a:off x="258" y="85"/>
              <a:ext cx="87" cy="89"/>
            </a:xfrm>
            <a:prstGeom prst="rect">
              <a:avLst/>
            </a:prstGeom>
            <a:solidFill>
              <a:schemeClr val="folHlink"/>
            </a:solidFill>
            <a:ln w="9525">
              <a:noFill/>
            </a:ln>
          </p:spPr>
          <p:txBody>
            <a:bodyPr anchor="t" anchorCtr="0"/>
            <a:lstStyle/>
            <a:p>
              <a:pPr lvl="0"/>
              <a:endParaRPr lang="zh-CN" altLang="zh-CN" sz="1800" dirty="0">
                <a:solidFill>
                  <a:schemeClr val="hlink"/>
                </a:solidFill>
                <a:latin typeface="Arial" panose="020B0604020202020204" pitchFamily="34" charset="0"/>
                <a:ea typeface="宋体" panose="02010600030101010101" pitchFamily="2" charset="-122"/>
              </a:endParaRPr>
            </a:p>
          </p:txBody>
        </p:sp>
        <p:sp>
          <p:nvSpPr>
            <p:cNvPr id="4104" name="矩形 658439"/>
            <p:cNvSpPr/>
            <p:nvPr/>
          </p:nvSpPr>
          <p:spPr>
            <a:xfrm>
              <a:off x="345" y="0"/>
              <a:ext cx="88" cy="87"/>
            </a:xfrm>
            <a:prstGeom prst="rect">
              <a:avLst/>
            </a:prstGeom>
            <a:solidFill>
              <a:schemeClr val="folHlink"/>
            </a:solidFill>
            <a:ln w="9525">
              <a:noFill/>
            </a:ln>
          </p:spPr>
          <p:txBody>
            <a:bodyPr anchor="t" anchorCtr="0"/>
            <a:lstStyle/>
            <a:p>
              <a:pPr lvl="0"/>
              <a:endParaRPr lang="zh-CN" altLang="zh-CN" sz="1800" dirty="0">
                <a:solidFill>
                  <a:schemeClr val="hlink"/>
                </a:solidFill>
                <a:latin typeface="Arial" panose="020B0604020202020204" pitchFamily="34" charset="0"/>
                <a:ea typeface="宋体" panose="02010600030101010101" pitchFamily="2" charset="-122"/>
              </a:endParaRPr>
            </a:p>
          </p:txBody>
        </p:sp>
        <p:sp>
          <p:nvSpPr>
            <p:cNvPr id="4105" name="矩形 658440"/>
            <p:cNvSpPr/>
            <p:nvPr/>
          </p:nvSpPr>
          <p:spPr>
            <a:xfrm>
              <a:off x="345" y="85"/>
              <a:ext cx="88" cy="89"/>
            </a:xfrm>
            <a:prstGeom prst="rect">
              <a:avLst/>
            </a:prstGeom>
            <a:solidFill>
              <a:schemeClr val="accent2"/>
            </a:solidFill>
            <a:ln w="9525">
              <a:noFill/>
            </a:ln>
          </p:spPr>
          <p:txBody>
            <a:bodyPr anchor="t" anchorCtr="0"/>
            <a:lstStyle/>
            <a:p>
              <a:pPr lvl="0"/>
              <a:endParaRPr lang="zh-CN" altLang="zh-CN" sz="1800" dirty="0">
                <a:solidFill>
                  <a:schemeClr val="accent2"/>
                </a:solidFill>
                <a:latin typeface="Arial" panose="020B0604020202020204" pitchFamily="34" charset="0"/>
                <a:ea typeface="宋体" panose="02010600030101010101" pitchFamily="2" charset="-122"/>
              </a:endParaRPr>
            </a:p>
          </p:txBody>
        </p:sp>
        <p:sp>
          <p:nvSpPr>
            <p:cNvPr id="4106" name="矩形 658441"/>
            <p:cNvSpPr/>
            <p:nvPr/>
          </p:nvSpPr>
          <p:spPr>
            <a:xfrm>
              <a:off x="173" y="173"/>
              <a:ext cx="86" cy="87"/>
            </a:xfrm>
            <a:prstGeom prst="rect">
              <a:avLst/>
            </a:prstGeom>
            <a:solidFill>
              <a:schemeClr val="folHlink"/>
            </a:solidFill>
            <a:ln w="9525">
              <a:noFill/>
            </a:ln>
          </p:spPr>
          <p:txBody>
            <a:bodyPr anchor="t" anchorCtr="0"/>
            <a:lstStyle/>
            <a:p>
              <a:pPr lvl="0"/>
              <a:endParaRPr lang="zh-CN" altLang="zh-CN" sz="1800" dirty="0">
                <a:solidFill>
                  <a:schemeClr val="hlink"/>
                </a:solidFill>
                <a:latin typeface="Arial" panose="020B0604020202020204" pitchFamily="34" charset="0"/>
                <a:ea typeface="宋体" panose="02010600030101010101" pitchFamily="2" charset="-122"/>
              </a:endParaRPr>
            </a:p>
          </p:txBody>
        </p:sp>
        <p:sp>
          <p:nvSpPr>
            <p:cNvPr id="4107" name="矩形 658442"/>
            <p:cNvSpPr/>
            <p:nvPr/>
          </p:nvSpPr>
          <p:spPr>
            <a:xfrm>
              <a:off x="83" y="86"/>
              <a:ext cx="89" cy="87"/>
            </a:xfrm>
            <a:prstGeom prst="rect">
              <a:avLst/>
            </a:prstGeom>
            <a:solidFill>
              <a:schemeClr val="bg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4108" name="矩形 658443"/>
            <p:cNvSpPr/>
            <p:nvPr/>
          </p:nvSpPr>
          <p:spPr>
            <a:xfrm>
              <a:off x="258" y="171"/>
              <a:ext cx="87" cy="87"/>
            </a:xfrm>
            <a:prstGeom prst="rect">
              <a:avLst/>
            </a:prstGeom>
            <a:solidFill>
              <a:schemeClr val="accent2"/>
            </a:solidFill>
            <a:ln w="9525">
              <a:noFill/>
            </a:ln>
          </p:spPr>
          <p:txBody>
            <a:bodyPr anchor="t" anchorCtr="0"/>
            <a:lstStyle/>
            <a:p>
              <a:pPr lvl="0"/>
              <a:endParaRPr lang="zh-CN" altLang="zh-CN" sz="1800" dirty="0">
                <a:solidFill>
                  <a:schemeClr val="accent2"/>
                </a:solidFill>
                <a:latin typeface="Arial" panose="020B0604020202020204" pitchFamily="34" charset="0"/>
                <a:ea typeface="宋体" panose="02010600030101010101" pitchFamily="2" charset="-122"/>
              </a:endParaRPr>
            </a:p>
          </p:txBody>
        </p:sp>
        <p:sp>
          <p:nvSpPr>
            <p:cNvPr id="4109" name="矩形 658444"/>
            <p:cNvSpPr/>
            <p:nvPr/>
          </p:nvSpPr>
          <p:spPr>
            <a:xfrm>
              <a:off x="173" y="258"/>
              <a:ext cx="86" cy="86"/>
            </a:xfrm>
            <a:prstGeom prst="rect">
              <a:avLst/>
            </a:prstGeom>
            <a:solidFill>
              <a:schemeClr val="accent2"/>
            </a:solidFill>
            <a:ln w="9525">
              <a:noFill/>
            </a:ln>
          </p:spPr>
          <p:txBody>
            <a:bodyPr anchor="t" anchorCtr="0"/>
            <a:lstStyle/>
            <a:p>
              <a:pPr lvl="0"/>
              <a:endParaRPr lang="zh-CN" altLang="zh-CN" sz="1800" dirty="0">
                <a:solidFill>
                  <a:schemeClr val="accent2"/>
                </a:solidFill>
                <a:latin typeface="Arial" panose="020B0604020202020204" pitchFamily="34" charset="0"/>
                <a:ea typeface="宋体" panose="02010600030101010101" pitchFamily="2" charset="-122"/>
              </a:endParaRPr>
            </a:p>
          </p:txBody>
        </p:sp>
      </p:grpSp>
      <p:sp>
        <p:nvSpPr>
          <p:cNvPr id="4110" name="标题 658445"/>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p>
        </p:txBody>
      </p:sp>
      <p:sp>
        <p:nvSpPr>
          <p:cNvPr id="4111" name="文本占位符 658446"/>
          <p:cNvSpPr>
            <a:spLocks noGrp="1"/>
          </p:cNvSpPr>
          <p:nvPr>
            <p:ph type="body"/>
          </p:nvPr>
        </p:nvSpPr>
        <p:spPr>
          <a:xfrm>
            <a:off x="457200" y="1981200"/>
            <a:ext cx="8229600" cy="38862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658448" name="日期占位符 658447"/>
          <p:cNvSpPr>
            <a:spLocks noGrp="1"/>
          </p:cNvSpPr>
          <p:nvPr>
            <p:ph type="dt" sz="half" idx="2"/>
          </p:nvPr>
        </p:nvSpPr>
        <p:spPr>
          <a:xfrm>
            <a:off x="457200" y="6245225"/>
            <a:ext cx="2133600" cy="476250"/>
          </a:xfrm>
          <a:prstGeom prst="rect">
            <a:avLst/>
          </a:prstGeom>
          <a:noFill/>
          <a:ln w="9525">
            <a:noFill/>
          </a:ln>
        </p:spPr>
        <p:txBody>
          <a:bodyPr anchor="b"/>
          <a:lstStyle>
            <a:lvl1pPr>
              <a:defRPr sz="1200"/>
            </a:lvl1pPr>
          </a:lstStyle>
          <a:p>
            <a:pPr lvl="0" fontAlgn="base"/>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1"/>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02" name="页脚占位符 665601"/>
          <p:cNvSpPr>
            <a:spLocks noGrp="1"/>
          </p:cNvSpPr>
          <p:nvPr>
            <p:ph type="ftr" sz="quarter" idx="3"/>
          </p:nvPr>
        </p:nvSpPr>
        <p:spPr>
          <a:xfrm>
            <a:off x="3124200" y="6248400"/>
            <a:ext cx="2895600" cy="457200"/>
          </a:xfrm>
          <a:prstGeom prst="rect">
            <a:avLst/>
          </a:prstGeom>
          <a:noFill/>
          <a:ln w="9525">
            <a:noFill/>
          </a:ln>
        </p:spPr>
        <p:txBody>
          <a:bodyPr anchor="b"/>
          <a:lstStyle>
            <a:lvl1pPr algn="ctr">
              <a:defRPr sz="1200"/>
            </a:lvl1pPr>
          </a:lstStyle>
          <a:p>
            <a:pPr lvl="0" fontAlgn="base"/>
            <a:endParaRPr lang="zh-CN" altLang="en-US" strike="noStrike" noProof="1">
              <a:latin typeface="Arial" panose="020B0604020202020204" pitchFamily="34" charset="0"/>
            </a:endParaRPr>
          </a:p>
        </p:txBody>
      </p:sp>
      <p:sp>
        <p:nvSpPr>
          <p:cNvPr id="665603" name="灯片编号占位符 665602"/>
          <p:cNvSpPr>
            <a:spLocks noGrp="1"/>
          </p:cNvSpPr>
          <p:nvPr>
            <p:ph type="sldNum" sz="quarter" idx="4"/>
          </p:nvPr>
        </p:nvSpPr>
        <p:spPr>
          <a:xfrm>
            <a:off x="6553200" y="6248400"/>
            <a:ext cx="2133600" cy="457200"/>
          </a:xfrm>
          <a:prstGeom prst="rect">
            <a:avLst/>
          </a:prstGeom>
          <a:noFill/>
          <a:ln w="9525">
            <a:noFill/>
          </a:ln>
        </p:spPr>
        <p:txBody>
          <a:bodyPr anchor="b"/>
          <a:lstStyle>
            <a:lvl1pPr algn="r">
              <a:defRPr sz="1200">
                <a:latin typeface="Arial Black" panose="020B0A04020102020204" pitchFamily="34" charset="0"/>
              </a:defRPr>
            </a:lvl1p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grpSp>
        <p:nvGrpSpPr>
          <p:cNvPr id="5124" name="组合 665603"/>
          <p:cNvGrpSpPr/>
          <p:nvPr/>
        </p:nvGrpSpPr>
        <p:grpSpPr>
          <a:xfrm>
            <a:off x="0" y="0"/>
            <a:ext cx="9144000" cy="546100"/>
            <a:chOff x="0" y="0"/>
            <a:chExt cx="5760" cy="344"/>
          </a:xfrm>
        </p:grpSpPr>
        <p:sp>
          <p:nvSpPr>
            <p:cNvPr id="5125" name="矩形 665604"/>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dirty="0">
                <a:latin typeface="Times New Roman" panose="02020603050405020304" pitchFamily="18" charset="0"/>
                <a:ea typeface="宋体" panose="02010600030101010101" pitchFamily="2" charset="-122"/>
              </a:endParaRPr>
            </a:p>
          </p:txBody>
        </p:sp>
        <p:sp>
          <p:nvSpPr>
            <p:cNvPr id="5126" name="矩形 665605"/>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5127" name="矩形 665606"/>
            <p:cNvSpPr/>
            <p:nvPr/>
          </p:nvSpPr>
          <p:spPr>
            <a:xfrm>
              <a:off x="258" y="85"/>
              <a:ext cx="87" cy="89"/>
            </a:xfrm>
            <a:prstGeom prst="rect">
              <a:avLst/>
            </a:prstGeom>
            <a:solidFill>
              <a:schemeClr val="folHlink"/>
            </a:solidFill>
            <a:ln w="9525">
              <a:noFill/>
            </a:ln>
          </p:spPr>
          <p:txBody>
            <a:bodyPr anchor="t" anchorCtr="0"/>
            <a:lstStyle/>
            <a:p>
              <a:pPr lvl="0"/>
              <a:endParaRPr lang="zh-CN" altLang="zh-CN" sz="1800" dirty="0">
                <a:solidFill>
                  <a:schemeClr val="hlink"/>
                </a:solidFill>
                <a:latin typeface="Arial" panose="020B0604020202020204" pitchFamily="34" charset="0"/>
                <a:ea typeface="宋体" panose="02010600030101010101" pitchFamily="2" charset="-122"/>
              </a:endParaRPr>
            </a:p>
          </p:txBody>
        </p:sp>
        <p:sp>
          <p:nvSpPr>
            <p:cNvPr id="5128" name="矩形 665607"/>
            <p:cNvSpPr/>
            <p:nvPr/>
          </p:nvSpPr>
          <p:spPr>
            <a:xfrm>
              <a:off x="345" y="0"/>
              <a:ext cx="88" cy="87"/>
            </a:xfrm>
            <a:prstGeom prst="rect">
              <a:avLst/>
            </a:prstGeom>
            <a:solidFill>
              <a:schemeClr val="folHlink"/>
            </a:solidFill>
            <a:ln w="9525">
              <a:noFill/>
            </a:ln>
          </p:spPr>
          <p:txBody>
            <a:bodyPr anchor="t" anchorCtr="0"/>
            <a:lstStyle/>
            <a:p>
              <a:pPr lvl="0"/>
              <a:endParaRPr lang="zh-CN" altLang="zh-CN" sz="1800" dirty="0">
                <a:solidFill>
                  <a:schemeClr val="hlink"/>
                </a:solidFill>
                <a:latin typeface="Arial" panose="020B0604020202020204" pitchFamily="34" charset="0"/>
                <a:ea typeface="宋体" panose="02010600030101010101" pitchFamily="2" charset="-122"/>
              </a:endParaRPr>
            </a:p>
          </p:txBody>
        </p:sp>
        <p:sp>
          <p:nvSpPr>
            <p:cNvPr id="5129" name="矩形 665608"/>
            <p:cNvSpPr/>
            <p:nvPr/>
          </p:nvSpPr>
          <p:spPr>
            <a:xfrm>
              <a:off x="345" y="85"/>
              <a:ext cx="88" cy="89"/>
            </a:xfrm>
            <a:prstGeom prst="rect">
              <a:avLst/>
            </a:prstGeom>
            <a:solidFill>
              <a:schemeClr val="accent2"/>
            </a:solidFill>
            <a:ln w="9525">
              <a:noFill/>
            </a:ln>
          </p:spPr>
          <p:txBody>
            <a:bodyPr anchor="t" anchorCtr="0"/>
            <a:lstStyle/>
            <a:p>
              <a:pPr lvl="0"/>
              <a:endParaRPr lang="zh-CN" altLang="zh-CN" sz="1800" dirty="0">
                <a:solidFill>
                  <a:schemeClr val="accent2"/>
                </a:solidFill>
                <a:latin typeface="Arial" panose="020B0604020202020204" pitchFamily="34" charset="0"/>
                <a:ea typeface="宋体" panose="02010600030101010101" pitchFamily="2" charset="-122"/>
              </a:endParaRPr>
            </a:p>
          </p:txBody>
        </p:sp>
        <p:sp>
          <p:nvSpPr>
            <p:cNvPr id="5130" name="矩形 665609"/>
            <p:cNvSpPr/>
            <p:nvPr/>
          </p:nvSpPr>
          <p:spPr>
            <a:xfrm>
              <a:off x="173" y="173"/>
              <a:ext cx="86" cy="87"/>
            </a:xfrm>
            <a:prstGeom prst="rect">
              <a:avLst/>
            </a:prstGeom>
            <a:solidFill>
              <a:schemeClr val="folHlink"/>
            </a:solidFill>
            <a:ln w="9525">
              <a:noFill/>
            </a:ln>
          </p:spPr>
          <p:txBody>
            <a:bodyPr anchor="t" anchorCtr="0"/>
            <a:lstStyle/>
            <a:p>
              <a:pPr lvl="0"/>
              <a:endParaRPr lang="zh-CN" altLang="zh-CN" sz="1800" dirty="0">
                <a:solidFill>
                  <a:schemeClr val="hlink"/>
                </a:solidFill>
                <a:latin typeface="Arial" panose="020B0604020202020204" pitchFamily="34" charset="0"/>
                <a:ea typeface="宋体" panose="02010600030101010101" pitchFamily="2" charset="-122"/>
              </a:endParaRPr>
            </a:p>
          </p:txBody>
        </p:sp>
        <p:sp>
          <p:nvSpPr>
            <p:cNvPr id="5131" name="矩形 665610"/>
            <p:cNvSpPr/>
            <p:nvPr/>
          </p:nvSpPr>
          <p:spPr>
            <a:xfrm>
              <a:off x="83" y="86"/>
              <a:ext cx="89" cy="87"/>
            </a:xfrm>
            <a:prstGeom prst="rect">
              <a:avLst/>
            </a:prstGeom>
            <a:solidFill>
              <a:schemeClr val="bg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5132" name="矩形 665611"/>
            <p:cNvSpPr/>
            <p:nvPr/>
          </p:nvSpPr>
          <p:spPr>
            <a:xfrm>
              <a:off x="258" y="171"/>
              <a:ext cx="87" cy="87"/>
            </a:xfrm>
            <a:prstGeom prst="rect">
              <a:avLst/>
            </a:prstGeom>
            <a:solidFill>
              <a:schemeClr val="accent2"/>
            </a:solidFill>
            <a:ln w="9525">
              <a:noFill/>
            </a:ln>
          </p:spPr>
          <p:txBody>
            <a:bodyPr anchor="t" anchorCtr="0"/>
            <a:lstStyle/>
            <a:p>
              <a:pPr lvl="0"/>
              <a:endParaRPr lang="zh-CN" altLang="zh-CN" sz="1800" dirty="0">
                <a:solidFill>
                  <a:schemeClr val="accent2"/>
                </a:solidFill>
                <a:latin typeface="Arial" panose="020B0604020202020204" pitchFamily="34" charset="0"/>
                <a:ea typeface="宋体" panose="02010600030101010101" pitchFamily="2" charset="-122"/>
              </a:endParaRPr>
            </a:p>
          </p:txBody>
        </p:sp>
        <p:sp>
          <p:nvSpPr>
            <p:cNvPr id="5133" name="矩形 665612"/>
            <p:cNvSpPr/>
            <p:nvPr/>
          </p:nvSpPr>
          <p:spPr>
            <a:xfrm>
              <a:off x="173" y="258"/>
              <a:ext cx="86" cy="86"/>
            </a:xfrm>
            <a:prstGeom prst="rect">
              <a:avLst/>
            </a:prstGeom>
            <a:solidFill>
              <a:schemeClr val="accent2"/>
            </a:solidFill>
            <a:ln w="9525">
              <a:noFill/>
            </a:ln>
          </p:spPr>
          <p:txBody>
            <a:bodyPr anchor="t" anchorCtr="0"/>
            <a:lstStyle/>
            <a:p>
              <a:pPr lvl="0"/>
              <a:endParaRPr lang="zh-CN" altLang="zh-CN" sz="1800" dirty="0">
                <a:solidFill>
                  <a:schemeClr val="accent2"/>
                </a:solidFill>
                <a:latin typeface="Arial" panose="020B0604020202020204" pitchFamily="34" charset="0"/>
                <a:ea typeface="宋体" panose="02010600030101010101" pitchFamily="2" charset="-122"/>
              </a:endParaRPr>
            </a:p>
          </p:txBody>
        </p:sp>
      </p:grpSp>
      <p:sp>
        <p:nvSpPr>
          <p:cNvPr id="5134" name="标题 665613"/>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p>
        </p:txBody>
      </p:sp>
      <p:sp>
        <p:nvSpPr>
          <p:cNvPr id="5135" name="文本占位符 665614"/>
          <p:cNvSpPr>
            <a:spLocks noGrp="1"/>
          </p:cNvSpPr>
          <p:nvPr>
            <p:ph type="body"/>
          </p:nvPr>
        </p:nvSpPr>
        <p:spPr>
          <a:xfrm>
            <a:off x="457200" y="1981200"/>
            <a:ext cx="8229600" cy="38862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665616" name="日期占位符 665615"/>
          <p:cNvSpPr>
            <a:spLocks noGrp="1"/>
          </p:cNvSpPr>
          <p:nvPr>
            <p:ph type="dt" sz="half" idx="2"/>
          </p:nvPr>
        </p:nvSpPr>
        <p:spPr>
          <a:xfrm>
            <a:off x="457200" y="6245225"/>
            <a:ext cx="2133600" cy="476250"/>
          </a:xfrm>
          <a:prstGeom prst="rect">
            <a:avLst/>
          </a:prstGeom>
          <a:noFill/>
          <a:ln w="9525">
            <a:noFill/>
          </a:ln>
        </p:spPr>
        <p:txBody>
          <a:bodyPr anchor="b"/>
          <a:lstStyle>
            <a:lvl1pPr>
              <a:defRPr sz="1200"/>
            </a:lvl1pPr>
          </a:lstStyle>
          <a:p>
            <a:pPr lvl="0" fontAlgn="base"/>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1"/>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02" name="页脚占位符 665601"/>
          <p:cNvSpPr>
            <a:spLocks noGrp="1"/>
          </p:cNvSpPr>
          <p:nvPr>
            <p:ph type="ftr" sz="quarter" idx="3"/>
          </p:nvPr>
        </p:nvSpPr>
        <p:spPr>
          <a:xfrm>
            <a:off x="3124200" y="6248400"/>
            <a:ext cx="2895600" cy="457200"/>
          </a:xfrm>
          <a:prstGeom prst="rect">
            <a:avLst/>
          </a:prstGeom>
          <a:noFill/>
          <a:ln w="9525">
            <a:noFill/>
          </a:ln>
        </p:spPr>
        <p:txBody>
          <a:bodyPr anchor="b"/>
          <a:lstStyle>
            <a:lvl1pPr algn="ctr">
              <a:defRPr sz="1200"/>
            </a:lvl1pPr>
          </a:lstStyle>
          <a:p>
            <a:pPr lvl="0" fontAlgn="base"/>
            <a:endParaRPr lang="zh-CN" altLang="en-US" strike="noStrike" noProof="1">
              <a:latin typeface="Arial" panose="020B0604020202020204" pitchFamily="34" charset="0"/>
            </a:endParaRPr>
          </a:p>
        </p:txBody>
      </p:sp>
      <p:sp>
        <p:nvSpPr>
          <p:cNvPr id="665603" name="灯片编号占位符 665602"/>
          <p:cNvSpPr>
            <a:spLocks noGrp="1"/>
          </p:cNvSpPr>
          <p:nvPr>
            <p:ph type="sldNum" sz="quarter" idx="4"/>
          </p:nvPr>
        </p:nvSpPr>
        <p:spPr>
          <a:xfrm>
            <a:off x="6553200" y="6248400"/>
            <a:ext cx="2133600" cy="457200"/>
          </a:xfrm>
          <a:prstGeom prst="rect">
            <a:avLst/>
          </a:prstGeom>
          <a:noFill/>
          <a:ln w="9525">
            <a:noFill/>
          </a:ln>
        </p:spPr>
        <p:txBody>
          <a:bodyPr anchor="b"/>
          <a:lstStyle>
            <a:lvl1pPr algn="r">
              <a:defRPr sz="1200">
                <a:latin typeface="Arial Black" panose="020B0A04020102020204" pitchFamily="34" charset="0"/>
              </a:defRPr>
            </a:lvl1p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grpSp>
        <p:nvGrpSpPr>
          <p:cNvPr id="7172" name="组合 665603"/>
          <p:cNvGrpSpPr/>
          <p:nvPr/>
        </p:nvGrpSpPr>
        <p:grpSpPr>
          <a:xfrm>
            <a:off x="0" y="0"/>
            <a:ext cx="9144000" cy="546100"/>
            <a:chOff x="0" y="0"/>
            <a:chExt cx="5760" cy="344"/>
          </a:xfrm>
        </p:grpSpPr>
        <p:sp>
          <p:nvSpPr>
            <p:cNvPr id="7173" name="矩形 665604"/>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a:endParaRPr lang="zh-CN" altLang="zh-CN" dirty="0">
                <a:latin typeface="Times New Roman" panose="02020603050405020304" pitchFamily="18" charset="0"/>
                <a:ea typeface="宋体" panose="02010600030101010101" pitchFamily="2" charset="-122"/>
              </a:endParaRPr>
            </a:p>
          </p:txBody>
        </p:sp>
        <p:sp>
          <p:nvSpPr>
            <p:cNvPr id="7174" name="矩形 665605"/>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7175" name="矩形 665606"/>
            <p:cNvSpPr/>
            <p:nvPr/>
          </p:nvSpPr>
          <p:spPr>
            <a:xfrm>
              <a:off x="258" y="85"/>
              <a:ext cx="87" cy="89"/>
            </a:xfrm>
            <a:prstGeom prst="rect">
              <a:avLst/>
            </a:prstGeom>
            <a:solidFill>
              <a:schemeClr val="folHlink"/>
            </a:solidFill>
            <a:ln w="9525">
              <a:noFill/>
            </a:ln>
          </p:spPr>
          <p:txBody>
            <a:bodyPr anchor="t" anchorCtr="0"/>
            <a:lstStyle/>
            <a:p>
              <a:pPr lvl="0"/>
              <a:endParaRPr lang="zh-CN" altLang="zh-CN" sz="1800" dirty="0">
                <a:solidFill>
                  <a:schemeClr val="hlink"/>
                </a:solidFill>
                <a:latin typeface="Arial" panose="020B0604020202020204" pitchFamily="34" charset="0"/>
                <a:ea typeface="宋体" panose="02010600030101010101" pitchFamily="2" charset="-122"/>
              </a:endParaRPr>
            </a:p>
          </p:txBody>
        </p:sp>
        <p:sp>
          <p:nvSpPr>
            <p:cNvPr id="7176" name="矩形 665607"/>
            <p:cNvSpPr/>
            <p:nvPr/>
          </p:nvSpPr>
          <p:spPr>
            <a:xfrm>
              <a:off x="345" y="0"/>
              <a:ext cx="88" cy="87"/>
            </a:xfrm>
            <a:prstGeom prst="rect">
              <a:avLst/>
            </a:prstGeom>
            <a:solidFill>
              <a:schemeClr val="folHlink"/>
            </a:solidFill>
            <a:ln w="9525">
              <a:noFill/>
            </a:ln>
          </p:spPr>
          <p:txBody>
            <a:bodyPr anchor="t" anchorCtr="0"/>
            <a:lstStyle/>
            <a:p>
              <a:pPr lvl="0"/>
              <a:endParaRPr lang="zh-CN" altLang="zh-CN" sz="1800" dirty="0">
                <a:solidFill>
                  <a:schemeClr val="hlink"/>
                </a:solidFill>
                <a:latin typeface="Arial" panose="020B0604020202020204" pitchFamily="34" charset="0"/>
                <a:ea typeface="宋体" panose="02010600030101010101" pitchFamily="2" charset="-122"/>
              </a:endParaRPr>
            </a:p>
          </p:txBody>
        </p:sp>
        <p:sp>
          <p:nvSpPr>
            <p:cNvPr id="7177" name="矩形 665608"/>
            <p:cNvSpPr/>
            <p:nvPr/>
          </p:nvSpPr>
          <p:spPr>
            <a:xfrm>
              <a:off x="345" y="85"/>
              <a:ext cx="88" cy="89"/>
            </a:xfrm>
            <a:prstGeom prst="rect">
              <a:avLst/>
            </a:prstGeom>
            <a:solidFill>
              <a:schemeClr val="accent2"/>
            </a:solidFill>
            <a:ln w="9525">
              <a:noFill/>
            </a:ln>
          </p:spPr>
          <p:txBody>
            <a:bodyPr anchor="t" anchorCtr="0"/>
            <a:lstStyle/>
            <a:p>
              <a:pPr lvl="0"/>
              <a:endParaRPr lang="zh-CN" altLang="zh-CN" sz="1800" dirty="0">
                <a:solidFill>
                  <a:schemeClr val="accent2"/>
                </a:solidFill>
                <a:latin typeface="Arial" panose="020B0604020202020204" pitchFamily="34" charset="0"/>
                <a:ea typeface="宋体" panose="02010600030101010101" pitchFamily="2" charset="-122"/>
              </a:endParaRPr>
            </a:p>
          </p:txBody>
        </p:sp>
        <p:sp>
          <p:nvSpPr>
            <p:cNvPr id="7178" name="矩形 665609"/>
            <p:cNvSpPr/>
            <p:nvPr/>
          </p:nvSpPr>
          <p:spPr>
            <a:xfrm>
              <a:off x="173" y="173"/>
              <a:ext cx="86" cy="87"/>
            </a:xfrm>
            <a:prstGeom prst="rect">
              <a:avLst/>
            </a:prstGeom>
            <a:solidFill>
              <a:schemeClr val="folHlink"/>
            </a:solidFill>
            <a:ln w="9525">
              <a:noFill/>
            </a:ln>
          </p:spPr>
          <p:txBody>
            <a:bodyPr anchor="t" anchorCtr="0"/>
            <a:lstStyle/>
            <a:p>
              <a:pPr lvl="0"/>
              <a:endParaRPr lang="zh-CN" altLang="zh-CN" sz="1800" dirty="0">
                <a:solidFill>
                  <a:schemeClr val="hlink"/>
                </a:solidFill>
                <a:latin typeface="Arial" panose="020B0604020202020204" pitchFamily="34" charset="0"/>
                <a:ea typeface="宋体" panose="02010600030101010101" pitchFamily="2" charset="-122"/>
              </a:endParaRPr>
            </a:p>
          </p:txBody>
        </p:sp>
        <p:sp>
          <p:nvSpPr>
            <p:cNvPr id="7179" name="矩形 665610"/>
            <p:cNvSpPr/>
            <p:nvPr/>
          </p:nvSpPr>
          <p:spPr>
            <a:xfrm>
              <a:off x="83" y="86"/>
              <a:ext cx="89" cy="87"/>
            </a:xfrm>
            <a:prstGeom prst="rect">
              <a:avLst/>
            </a:prstGeom>
            <a:solidFill>
              <a:schemeClr val="bg2"/>
            </a:solidFill>
            <a:ln w="9525">
              <a:noFill/>
            </a:ln>
          </p:spPr>
          <p:txBody>
            <a:bodyPr anchor="t" anchorCtr="0"/>
            <a:lstStyle/>
            <a:p>
              <a:pPr lvl="0"/>
              <a:endParaRPr lang="zh-CN" altLang="zh-CN" dirty="0">
                <a:latin typeface="Times New Roman" panose="02020603050405020304" pitchFamily="18" charset="0"/>
                <a:ea typeface="宋体" panose="02010600030101010101" pitchFamily="2" charset="-122"/>
              </a:endParaRPr>
            </a:p>
          </p:txBody>
        </p:sp>
        <p:sp>
          <p:nvSpPr>
            <p:cNvPr id="7180" name="矩形 665611"/>
            <p:cNvSpPr/>
            <p:nvPr/>
          </p:nvSpPr>
          <p:spPr>
            <a:xfrm>
              <a:off x="258" y="171"/>
              <a:ext cx="87" cy="87"/>
            </a:xfrm>
            <a:prstGeom prst="rect">
              <a:avLst/>
            </a:prstGeom>
            <a:solidFill>
              <a:schemeClr val="accent2"/>
            </a:solidFill>
            <a:ln w="9525">
              <a:noFill/>
            </a:ln>
          </p:spPr>
          <p:txBody>
            <a:bodyPr anchor="t" anchorCtr="0"/>
            <a:lstStyle/>
            <a:p>
              <a:pPr lvl="0"/>
              <a:endParaRPr lang="zh-CN" altLang="zh-CN" sz="1800" dirty="0">
                <a:solidFill>
                  <a:schemeClr val="accent2"/>
                </a:solidFill>
                <a:latin typeface="Arial" panose="020B0604020202020204" pitchFamily="34" charset="0"/>
                <a:ea typeface="宋体" panose="02010600030101010101" pitchFamily="2" charset="-122"/>
              </a:endParaRPr>
            </a:p>
          </p:txBody>
        </p:sp>
        <p:sp>
          <p:nvSpPr>
            <p:cNvPr id="7181" name="矩形 665612"/>
            <p:cNvSpPr/>
            <p:nvPr/>
          </p:nvSpPr>
          <p:spPr>
            <a:xfrm>
              <a:off x="173" y="258"/>
              <a:ext cx="86" cy="86"/>
            </a:xfrm>
            <a:prstGeom prst="rect">
              <a:avLst/>
            </a:prstGeom>
            <a:solidFill>
              <a:schemeClr val="accent2"/>
            </a:solidFill>
            <a:ln w="9525">
              <a:noFill/>
            </a:ln>
          </p:spPr>
          <p:txBody>
            <a:bodyPr anchor="t" anchorCtr="0"/>
            <a:lstStyle/>
            <a:p>
              <a:pPr lvl="0"/>
              <a:endParaRPr lang="zh-CN" altLang="zh-CN" sz="1800" dirty="0">
                <a:solidFill>
                  <a:schemeClr val="accent2"/>
                </a:solidFill>
                <a:latin typeface="Arial" panose="020B0604020202020204" pitchFamily="34" charset="0"/>
                <a:ea typeface="宋体" panose="02010600030101010101" pitchFamily="2" charset="-122"/>
              </a:endParaRPr>
            </a:p>
          </p:txBody>
        </p:sp>
      </p:grpSp>
      <p:sp>
        <p:nvSpPr>
          <p:cNvPr id="7182" name="标题 665613"/>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p>
        </p:txBody>
      </p:sp>
      <p:sp>
        <p:nvSpPr>
          <p:cNvPr id="7183" name="文本占位符 665614"/>
          <p:cNvSpPr>
            <a:spLocks noGrp="1"/>
          </p:cNvSpPr>
          <p:nvPr>
            <p:ph type="body"/>
          </p:nvPr>
        </p:nvSpPr>
        <p:spPr>
          <a:xfrm>
            <a:off x="457200" y="1981200"/>
            <a:ext cx="8229600" cy="38862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665616" name="日期占位符 665615"/>
          <p:cNvSpPr>
            <a:spLocks noGrp="1"/>
          </p:cNvSpPr>
          <p:nvPr>
            <p:ph type="dt" sz="half" idx="2"/>
          </p:nvPr>
        </p:nvSpPr>
        <p:spPr>
          <a:xfrm>
            <a:off x="457200" y="6245225"/>
            <a:ext cx="2133600" cy="476250"/>
          </a:xfrm>
          <a:prstGeom prst="rect">
            <a:avLst/>
          </a:prstGeom>
          <a:noFill/>
          <a:ln w="9525">
            <a:noFill/>
          </a:ln>
        </p:spPr>
        <p:txBody>
          <a:bodyPr anchor="b"/>
          <a:lstStyle>
            <a:lvl1pPr>
              <a:defRPr sz="1200"/>
            </a:lvl1pPr>
          </a:lstStyle>
          <a:p>
            <a:pPr lvl="0" fontAlgn="base"/>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1"/>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3" Type="http://schemas.openxmlformats.org/officeDocument/2006/relationships/hyperlink" Target="https://www.bilibili.com/video/BV19e4y1M7tf/?spm_id_from=333.337.search-card.all.click" TargetMode="External"/><Relationship Id="rId2" Type="http://schemas.openxmlformats.org/officeDocument/2006/relationships/slideLayout" Target="../slideLayouts/slideLayout46.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image" Target="../media/image3.png"/><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slideLayout" Target="../slideLayouts/slideLayout51.xml"/><Relationship Id="rId2" Type="http://schemas.openxmlformats.org/officeDocument/2006/relationships/tags" Target="../tags/tag4.xml"/><Relationship Id="rId16" Type="http://schemas.openxmlformats.org/officeDocument/2006/relationships/tags" Target="../tags/tag18.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tags" Target="../tags/tag1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8" Type="http://schemas.openxmlformats.org/officeDocument/2006/relationships/tags" Target="../tags/tag26.xml"/><Relationship Id="rId3" Type="http://schemas.openxmlformats.org/officeDocument/2006/relationships/tags" Target="../tags/tag21.xml"/><Relationship Id="rId7" Type="http://schemas.openxmlformats.org/officeDocument/2006/relationships/tags" Target="../tags/tag25.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3.png"/><Relationship Id="rId5" Type="http://schemas.openxmlformats.org/officeDocument/2006/relationships/tags" Target="../tags/tag23.xml"/><Relationship Id="rId10" Type="http://schemas.openxmlformats.org/officeDocument/2006/relationships/slideLayout" Target="../slideLayouts/slideLayout51.xml"/><Relationship Id="rId4" Type="http://schemas.openxmlformats.org/officeDocument/2006/relationships/tags" Target="../tags/tag22.xml"/><Relationship Id="rId9" Type="http://schemas.openxmlformats.org/officeDocument/2006/relationships/tags" Target="../tags/tag27.xml"/></Relationships>
</file>

<file path=ppt/slides/_rels/slide17.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image" Target="../media/image3.png"/><Relationship Id="rId5" Type="http://schemas.openxmlformats.org/officeDocument/2006/relationships/tags" Target="../tags/tag32.xml"/><Relationship Id="rId10" Type="http://schemas.openxmlformats.org/officeDocument/2006/relationships/slideLayout" Target="../slideLayouts/slideLayout51.xml"/><Relationship Id="rId4" Type="http://schemas.openxmlformats.org/officeDocument/2006/relationships/tags" Target="../tags/tag31.xml"/><Relationship Id="rId9" Type="http://schemas.openxmlformats.org/officeDocument/2006/relationships/tags" Target="../tags/tag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8" Type="http://schemas.openxmlformats.org/officeDocument/2006/relationships/tags" Target="../tags/tag44.xml"/><Relationship Id="rId13" Type="http://schemas.openxmlformats.org/officeDocument/2006/relationships/tags" Target="../tags/tag49.xml"/><Relationship Id="rId18" Type="http://schemas.openxmlformats.org/officeDocument/2006/relationships/image" Target="../media/image3.png"/><Relationship Id="rId3" Type="http://schemas.openxmlformats.org/officeDocument/2006/relationships/tags" Target="../tags/tag39.xml"/><Relationship Id="rId7" Type="http://schemas.openxmlformats.org/officeDocument/2006/relationships/tags" Target="../tags/tag43.xml"/><Relationship Id="rId12" Type="http://schemas.openxmlformats.org/officeDocument/2006/relationships/tags" Target="../tags/tag48.xml"/><Relationship Id="rId17" Type="http://schemas.openxmlformats.org/officeDocument/2006/relationships/slideLayout" Target="../slideLayouts/slideLayout40.xml"/><Relationship Id="rId2" Type="http://schemas.openxmlformats.org/officeDocument/2006/relationships/tags" Target="../tags/tag38.xml"/><Relationship Id="rId16" Type="http://schemas.openxmlformats.org/officeDocument/2006/relationships/tags" Target="../tags/tag52.xml"/><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tags" Target="../tags/tag47.xml"/><Relationship Id="rId5" Type="http://schemas.openxmlformats.org/officeDocument/2006/relationships/tags" Target="../tags/tag41.xml"/><Relationship Id="rId15" Type="http://schemas.openxmlformats.org/officeDocument/2006/relationships/tags" Target="../tags/tag51.xml"/><Relationship Id="rId10" Type="http://schemas.openxmlformats.org/officeDocument/2006/relationships/tags" Target="../tags/tag46.xml"/><Relationship Id="rId4" Type="http://schemas.openxmlformats.org/officeDocument/2006/relationships/tags" Target="../tags/tag40.xml"/><Relationship Id="rId9" Type="http://schemas.openxmlformats.org/officeDocument/2006/relationships/tags" Target="../tags/tag45.xml"/><Relationship Id="rId14" Type="http://schemas.openxmlformats.org/officeDocument/2006/relationships/tags" Target="../tags/tag5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5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3" Type="http://schemas.openxmlformats.org/officeDocument/2006/relationships/hyperlink" Target="https://www.bilibili.com/video/av514070738/" TargetMode="External"/><Relationship Id="rId2" Type="http://schemas.openxmlformats.org/officeDocument/2006/relationships/image" Target="../media/image7.png"/><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9.png"/><Relationship Id="rId7" Type="http://schemas.openxmlformats.org/officeDocument/2006/relationships/oleObject" Target="../embeddings/oleObject3.bin"/><Relationship Id="rId2" Type="http://schemas.openxmlformats.org/officeDocument/2006/relationships/slideLayout" Target="../slideLayouts/slideLayout40.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8.png"/><Relationship Id="rId10" Type="http://schemas.openxmlformats.org/officeDocument/2006/relationships/oleObject" Target="../embeddings/oleObject6.bin"/><Relationship Id="rId4" Type="http://schemas.openxmlformats.org/officeDocument/2006/relationships/oleObject" Target="../embeddings/oleObject1.bin"/><Relationship Id="rId9" Type="http://schemas.openxmlformats.org/officeDocument/2006/relationships/oleObject" Target="../embeddings/oleObject5.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663553"/>
          <p:cNvSpPr>
            <a:spLocks noGrp="1"/>
          </p:cNvSpPr>
          <p:nvPr>
            <p:ph type="ctrTitle"/>
          </p:nvPr>
        </p:nvSpPr>
        <p:spPr/>
        <p:txBody>
          <a:bodyPr anchor="ctr" anchorCtr="0"/>
          <a:lstStyle/>
          <a:p>
            <a:pPr defTabSz="914400">
              <a:buSzTx/>
              <a:buFontTx/>
              <a:buNone/>
            </a:pPr>
            <a:r>
              <a:rPr lang="zh-CN" altLang="en-US" kern="1200" baseline="0" dirty="0">
                <a:solidFill>
                  <a:srgbClr val="FFFFFF"/>
                </a:solidFill>
                <a:latin typeface="+mj-lt"/>
                <a:ea typeface="+mj-ea"/>
                <a:cs typeface="+mj-cs"/>
              </a:rPr>
              <a:t>计算机组成原理</a:t>
            </a:r>
          </a:p>
        </p:txBody>
      </p:sp>
      <p:sp>
        <p:nvSpPr>
          <p:cNvPr id="15362" name="副标题 663554"/>
          <p:cNvSpPr>
            <a:spLocks noGrp="1"/>
          </p:cNvSpPr>
          <p:nvPr>
            <p:ph type="subTitle" idx="1"/>
          </p:nvPr>
        </p:nvSpPr>
        <p:spPr/>
        <p:txBody>
          <a:bodyPr anchor="t" anchorCtr="0"/>
          <a:lstStyle/>
          <a:p>
            <a:pPr defTabSz="914400">
              <a:buSzPct val="75000"/>
            </a:pPr>
            <a:r>
              <a:rPr lang="zh-CN" altLang="en-US" kern="1200" baseline="0" dirty="0">
                <a:latin typeface="+mn-lt"/>
                <a:ea typeface="+mn-ea"/>
                <a:cs typeface="+mn-cs"/>
              </a:rPr>
              <a:t>教材：计算机组成原理</a:t>
            </a:r>
          </a:p>
          <a:p>
            <a:pPr defTabSz="914400">
              <a:buSzPct val="75000"/>
            </a:pPr>
            <a:r>
              <a:rPr lang="zh-CN" altLang="en-US" kern="1200" baseline="0">
                <a:latin typeface="+mn-lt"/>
                <a:ea typeface="+mn-ea"/>
                <a:cs typeface="+mn-cs"/>
              </a:rPr>
              <a:t>                   </a:t>
            </a:r>
            <a:r>
              <a:rPr lang="en-US" altLang="zh-CN" kern="1200" baseline="0">
                <a:latin typeface="+mn-lt"/>
                <a:ea typeface="+mn-ea"/>
                <a:cs typeface="+mn-cs"/>
              </a:rPr>
              <a:t>——</a:t>
            </a:r>
            <a:r>
              <a:rPr lang="zh-CN" altLang="en-US" kern="1200" baseline="0" dirty="0">
                <a:latin typeface="+mn-lt"/>
                <a:ea typeface="+mn-ea"/>
                <a:cs typeface="+mn-cs"/>
              </a:rPr>
              <a:t>唐朔飞</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1" name="文本占位符 273410"/>
          <p:cNvSpPr>
            <a:spLocks noGrp="1"/>
          </p:cNvSpPr>
          <p:nvPr>
            <p:ph idx="1"/>
          </p:nvPr>
        </p:nvSpPr>
        <p:spPr>
          <a:xfrm>
            <a:off x="533400" y="1196975"/>
            <a:ext cx="8142288" cy="5327650"/>
          </a:xfrm>
        </p:spPr>
        <p:txBody>
          <a:bodyPr/>
          <a:lstStyle/>
          <a:p>
            <a:pPr marL="342900" marR="0" indent="-3429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pPr>
            <a:r>
              <a:rPr kumimoji="0" lang="zh-CN" altLang="en-US" sz="3200" b="0" i="0" u="none" strike="noStrike" kern="1200" cap="none" spc="0" normalizeH="0" baseline="0" noProof="1">
                <a:solidFill>
                  <a:schemeClr val="tx2"/>
                </a:solidFill>
                <a:latin typeface="黑体" panose="02010609060101010101" pitchFamily="2" charset="-122"/>
                <a:ea typeface="黑体" panose="02010609060101010101" pitchFamily="2" charset="-122"/>
                <a:cs typeface="+mn-cs"/>
              </a:rPr>
              <a:t>教材</a:t>
            </a:r>
          </a:p>
          <a:p>
            <a:pPr marL="742950" marR="0" lvl="1" indent="-285750"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pPr>
            <a:r>
              <a:rPr kumimoji="0" lang="zh-CN" altLang="en-US" sz="2800" b="1" i="0" u="none" strike="noStrike" kern="1200" cap="none" spc="0" normalizeH="0" baseline="0" noProof="1">
                <a:solidFill>
                  <a:srgbClr val="000099"/>
                </a:solidFill>
                <a:latin typeface="楷体_GB2312" pitchFamily="49" charset="-122"/>
                <a:ea typeface="楷体_GB2312" pitchFamily="49" charset="-122"/>
                <a:cs typeface="+mn-cs"/>
                <a:sym typeface="+mn-ea"/>
              </a:rPr>
              <a:t>唐朔飞，计算机组成原理·高等教育出版社</a:t>
            </a:r>
          </a:p>
          <a:p>
            <a:pPr marL="742950" marR="0" lvl="1" indent="-285750"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pPr>
            <a:endParaRPr kumimoji="0" lang="en-US" altLang="zh-CN" sz="2800" b="1" i="0" u="none" strike="noStrike" kern="1200" cap="none" spc="0" normalizeH="0" baseline="0" noProof="1">
              <a:solidFill>
                <a:srgbClr val="000099"/>
              </a:solidFill>
              <a:latin typeface="楷体_GB2312" pitchFamily="49" charset="-122"/>
              <a:ea typeface="楷体_GB2312" pitchFamily="49" charset="-122"/>
              <a:cs typeface="+mn-cs"/>
            </a:endParaRPr>
          </a:p>
          <a:p>
            <a:pPr marL="342900" marR="0" indent="-3429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pPr>
            <a:r>
              <a:rPr kumimoji="0" lang="zh-CN" altLang="en-US" sz="3200" b="0" i="0" u="none" strike="noStrike" kern="1200" cap="none" spc="0" normalizeH="0" baseline="0" noProof="1">
                <a:solidFill>
                  <a:schemeClr val="tx2"/>
                </a:solidFill>
                <a:latin typeface="黑体" panose="02010609060101010101" pitchFamily="2" charset="-122"/>
                <a:ea typeface="黑体" panose="02010609060101010101" pitchFamily="2" charset="-122"/>
                <a:cs typeface="+mn-cs"/>
              </a:rPr>
              <a:t>参考书</a:t>
            </a:r>
          </a:p>
          <a:p>
            <a:pPr marL="742950" marR="0" lvl="1" indent="-285750"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p"/>
            </a:pPr>
            <a:r>
              <a:rPr kumimoji="0" lang="zh-CN" altLang="en-US" sz="2800" b="1" i="0" u="none" strike="noStrike" kern="1200" cap="none" spc="0" normalizeH="0" baseline="0" noProof="1">
                <a:solidFill>
                  <a:srgbClr val="000099"/>
                </a:solidFill>
                <a:latin typeface="楷体_GB2312" pitchFamily="49" charset="-122"/>
                <a:ea typeface="楷体_GB2312" pitchFamily="49" charset="-122"/>
                <a:cs typeface="+mn-cs"/>
              </a:rPr>
              <a:t>王爱英</a:t>
            </a:r>
            <a:r>
              <a:rPr kumimoji="0" lang="en-US" altLang="zh-CN" sz="2800" b="1" i="0" u="none" strike="noStrike" kern="1200" cap="none" spc="0" normalizeH="0" baseline="0" noProof="1">
                <a:solidFill>
                  <a:srgbClr val="000099"/>
                </a:solidFill>
                <a:latin typeface="楷体_GB2312" pitchFamily="49" charset="-122"/>
                <a:ea typeface="楷体_GB2312" pitchFamily="49" charset="-122"/>
                <a:cs typeface="+mn-cs"/>
              </a:rPr>
              <a:t>,</a:t>
            </a:r>
            <a:r>
              <a:rPr kumimoji="0" lang="zh-CN" altLang="en-US" sz="2800" b="1" i="0" u="none" strike="noStrike" kern="1200" cap="none" spc="0" normalizeH="0" baseline="0" noProof="1">
                <a:solidFill>
                  <a:srgbClr val="000099"/>
                </a:solidFill>
                <a:latin typeface="楷体_GB2312" pitchFamily="49" charset="-122"/>
                <a:ea typeface="楷体_GB2312" pitchFamily="49" charset="-122"/>
                <a:cs typeface="+mn-cs"/>
              </a:rPr>
              <a:t>计算机组成与结构</a:t>
            </a:r>
            <a:r>
              <a:rPr kumimoji="0" lang="en-US" altLang="zh-CN" sz="2800" b="1" i="0" u="none" strike="noStrike" kern="1200" cap="none" spc="0" normalizeH="0" baseline="0" noProof="1">
                <a:solidFill>
                  <a:srgbClr val="000099"/>
                </a:solidFill>
                <a:latin typeface="Arial" panose="020B0604020202020204" pitchFamily="34" charset="0"/>
                <a:ea typeface="楷体_GB2312" pitchFamily="49" charset="-122"/>
                <a:cs typeface="+mn-cs"/>
              </a:rPr>
              <a:t>·</a:t>
            </a:r>
            <a:r>
              <a:rPr kumimoji="0" lang="zh-CN" altLang="en-US" sz="2800" b="1" i="0" u="none" strike="noStrike" kern="1200" cap="none" spc="0" normalizeH="0" baseline="0" noProof="1">
                <a:solidFill>
                  <a:srgbClr val="000099"/>
                </a:solidFill>
                <a:latin typeface="楷体_GB2312" pitchFamily="49" charset="-122"/>
                <a:ea typeface="楷体_GB2312" pitchFamily="49" charset="-122"/>
                <a:cs typeface="+mn-cs"/>
              </a:rPr>
              <a:t>第</a:t>
            </a:r>
            <a:r>
              <a:rPr kumimoji="0" lang="en-US" altLang="zh-CN" sz="2800" b="1" i="0" u="none" strike="noStrike" kern="1200" cap="none" spc="0" normalizeH="0" baseline="0" noProof="1">
                <a:solidFill>
                  <a:srgbClr val="000099"/>
                </a:solidFill>
                <a:latin typeface="楷体_GB2312" pitchFamily="49" charset="-122"/>
                <a:ea typeface="楷体_GB2312" pitchFamily="49" charset="-122"/>
                <a:cs typeface="+mn-cs"/>
              </a:rPr>
              <a:t>3</a:t>
            </a:r>
            <a:r>
              <a:rPr kumimoji="0" lang="zh-CN" altLang="en-US" sz="2800" b="1" i="0" u="none" strike="noStrike" kern="1200" cap="none" spc="0" normalizeH="0" baseline="0" noProof="1">
                <a:solidFill>
                  <a:srgbClr val="000099"/>
                </a:solidFill>
                <a:latin typeface="楷体_GB2312" pitchFamily="49" charset="-122"/>
                <a:ea typeface="楷体_GB2312" pitchFamily="49" charset="-122"/>
                <a:cs typeface="+mn-cs"/>
              </a:rPr>
              <a:t>版</a:t>
            </a:r>
            <a:r>
              <a:rPr kumimoji="0" lang="en-US" altLang="zh-CN" sz="2800" b="1" i="0" u="none" strike="noStrike" kern="1200" cap="none" spc="0" normalizeH="0" baseline="0" noProof="1">
                <a:solidFill>
                  <a:srgbClr val="000099"/>
                </a:solidFill>
                <a:latin typeface="楷体_GB2312" pitchFamily="49" charset="-122"/>
                <a:ea typeface="楷体_GB2312" pitchFamily="49" charset="-122"/>
                <a:cs typeface="+mn-cs"/>
              </a:rPr>
              <a:t>,</a:t>
            </a:r>
            <a:r>
              <a:rPr kumimoji="0" lang="zh-CN" altLang="en-US" sz="2800" b="1" i="0" u="none" strike="noStrike" kern="1200" cap="none" spc="0" normalizeH="0" baseline="0" noProof="1">
                <a:solidFill>
                  <a:srgbClr val="000099"/>
                </a:solidFill>
                <a:latin typeface="楷体_GB2312" pitchFamily="49" charset="-122"/>
                <a:ea typeface="楷体_GB2312" pitchFamily="49" charset="-122"/>
                <a:cs typeface="+mn-cs"/>
              </a:rPr>
              <a:t>清华大学出版社，</a:t>
            </a:r>
            <a:r>
              <a:rPr kumimoji="0" lang="en-US" altLang="zh-CN" sz="2800" b="1" i="0" u="none" strike="noStrike" kern="1200" cap="none" spc="0" normalizeH="0" baseline="0" noProof="1">
                <a:solidFill>
                  <a:srgbClr val="000099"/>
                </a:solidFill>
                <a:latin typeface="楷体_GB2312" pitchFamily="49" charset="-122"/>
                <a:ea typeface="楷体_GB2312" pitchFamily="49" charset="-122"/>
                <a:cs typeface="+mn-cs"/>
              </a:rPr>
              <a:t>2001</a:t>
            </a:r>
          </a:p>
          <a:p>
            <a:pPr marL="742950" marR="0" lvl="1" indent="-285750"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p"/>
            </a:pPr>
            <a:r>
              <a:rPr kumimoji="0" lang="zh-CN" altLang="en-US" sz="2800" b="1" i="0" u="none" strike="noStrike" kern="1200" cap="none" spc="0" normalizeH="0" baseline="0" noProof="1">
                <a:solidFill>
                  <a:srgbClr val="000099"/>
                </a:solidFill>
                <a:latin typeface="楷体_GB2312" pitchFamily="49" charset="-122"/>
                <a:ea typeface="楷体_GB2312" pitchFamily="49" charset="-122"/>
                <a:cs typeface="+mn-cs"/>
                <a:sym typeface="+mn-ea"/>
              </a:rPr>
              <a:t>白中英，计算机组成原理·网络版，科学出版社，2002</a:t>
            </a:r>
            <a:endParaRPr kumimoji="0" lang="en-US" altLang="zh-CN" sz="2800" b="1" i="0" u="none" strike="noStrike" kern="1200" cap="none" spc="0" normalizeH="0" baseline="0" noProof="1">
              <a:solidFill>
                <a:srgbClr val="000099"/>
              </a:solidFill>
              <a:latin typeface="楷体_GB2312" pitchFamily="49" charset="-122"/>
              <a:ea typeface="楷体_GB2312" pitchFamily="49" charset="-122"/>
              <a:cs typeface="+mn-cs"/>
            </a:endParaRPr>
          </a:p>
          <a:p>
            <a:pPr marL="0" marR="0" lvl="1" indent="457835"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p"/>
            </a:pPr>
            <a:endParaRPr kumimoji="0" lang="en-US" altLang="zh-CN" sz="2800" b="1" i="0" u="none" strike="noStrike" kern="1200" cap="none" spc="0" normalizeH="0" baseline="0" noProof="1">
              <a:solidFill>
                <a:srgbClr val="000099"/>
              </a:solidFill>
              <a:latin typeface="楷体_GB2312" pitchFamily="49" charset="-122"/>
              <a:ea typeface="楷体_GB2312" pitchFamily="49" charset="-122"/>
              <a:cs typeface="+mn-cs"/>
            </a:endParaRPr>
          </a:p>
          <a:p>
            <a:pPr marL="742950" marR="0" lvl="1" indent="-285750" algn="just"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p"/>
            </a:pPr>
            <a:endParaRPr kumimoji="0" lang="en-US" altLang="zh-CN" sz="2800" b="1" i="0" u="none" strike="noStrike" kern="1200" cap="none" spc="0" normalizeH="0" baseline="0" noProof="1">
              <a:solidFill>
                <a:srgbClr val="000099"/>
              </a:solidFill>
              <a:latin typeface="楷体_GB2312" pitchFamily="49" charset="-122"/>
              <a:ea typeface="楷体_GB2312" pitchFamily="49" charset="-122"/>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276485"/>
          <p:cNvSpPr>
            <a:spLocks noGrp="1"/>
          </p:cNvSpPr>
          <p:nvPr>
            <p:ph type="title"/>
          </p:nvPr>
        </p:nvSpPr>
        <p:spPr>
          <a:xfrm>
            <a:off x="717550" y="587375"/>
            <a:ext cx="7793038" cy="1462088"/>
          </a:xfrm>
        </p:spPr>
        <p:txBody>
          <a:bodyPr anchor="b" anchorCtr="0"/>
          <a:lstStyle/>
          <a:p>
            <a:r>
              <a:rPr lang="zh-CN" altLang="en-US" sz="5400" b="1" dirty="0">
                <a:latin typeface="华文琥珀" panose="02010800040101010101" pitchFamily="2" charset="-122"/>
                <a:ea typeface="华文琥珀" panose="02010800040101010101" pitchFamily="2" charset="-122"/>
              </a:rPr>
              <a:t>第一章 概述</a:t>
            </a:r>
          </a:p>
        </p:txBody>
      </p:sp>
      <p:sp>
        <p:nvSpPr>
          <p:cNvPr id="18434" name="文本占位符 276489"/>
          <p:cNvSpPr>
            <a:spLocks noGrp="1" noRot="1"/>
          </p:cNvSpPr>
          <p:nvPr>
            <p:ph idx="1"/>
          </p:nvPr>
        </p:nvSpPr>
        <p:spPr>
          <a:xfrm>
            <a:off x="750888" y="3048000"/>
            <a:ext cx="7637462" cy="2362200"/>
          </a:xfrm>
        </p:spPr>
        <p:txBody>
          <a:bodyPr anchor="t" anchorCtr="0"/>
          <a:lstStyle/>
          <a:p>
            <a:r>
              <a:rPr lang="zh-CN" altLang="en-US" b="1" dirty="0">
                <a:solidFill>
                  <a:srgbClr val="000099"/>
                </a:solidFill>
                <a:latin typeface="宋体" panose="02010600030101010101" pitchFamily="2" charset="-122"/>
              </a:rPr>
              <a:t>计算机（</a:t>
            </a:r>
            <a:r>
              <a:rPr lang="en-US" altLang="zh-CN" b="1" dirty="0">
                <a:solidFill>
                  <a:srgbClr val="000099"/>
                </a:solidFill>
                <a:latin typeface="宋体" panose="02010600030101010101" pitchFamily="2" charset="-122"/>
              </a:rPr>
              <a:t>Computer</a:t>
            </a:r>
            <a:r>
              <a:rPr lang="zh-CN" altLang="en-US" b="1" dirty="0">
                <a:solidFill>
                  <a:srgbClr val="000099"/>
                </a:solidFill>
                <a:latin typeface="宋体" panose="02010600030101010101" pitchFamily="2" charset="-122"/>
              </a:rPr>
              <a:t>）是一种以电子器件为基础的，不需人的直接干预，能够对各种数字化信息，进行算术和逻辑运算的快速工具。</a:t>
            </a:r>
            <a:r>
              <a:rPr lang="zh-CN" altLang="en-US" b="1">
                <a:latin typeface="宋体" panose="02010600030101010101" pitchFamily="2" charset="-122"/>
              </a:rPr>
              <a:t>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矩形 594945"/>
          <p:cNvSpPr/>
          <p:nvPr/>
        </p:nvSpPr>
        <p:spPr>
          <a:xfrm>
            <a:off x="323850" y="476250"/>
            <a:ext cx="8229600" cy="868363"/>
          </a:xfrm>
          <a:prstGeom prst="rect">
            <a:avLst/>
          </a:prstGeom>
          <a:noFill/>
          <a:ln w="9525">
            <a:noFill/>
          </a:ln>
        </p:spPr>
        <p:txBody>
          <a:bodyPr anchor="ctr" anchorCtr="0"/>
          <a:lstStyle/>
          <a:p>
            <a:r>
              <a:rPr lang="en-US" altLang="zh-CN" sz="4400" dirty="0">
                <a:latin typeface="Arial" panose="020B0604020202020204" pitchFamily="34" charset="0"/>
                <a:ea typeface="宋体" panose="02010600030101010101" pitchFamily="2" charset="-122"/>
              </a:rPr>
              <a:t>1.1 </a:t>
            </a:r>
            <a:r>
              <a:rPr lang="zh-CN" altLang="en-US" sz="4400" dirty="0">
                <a:latin typeface="Arial" panose="020B0604020202020204" pitchFamily="34" charset="0"/>
                <a:ea typeface="宋体" panose="02010600030101010101" pitchFamily="2" charset="-122"/>
              </a:rPr>
              <a:t>计算机系统的组成</a:t>
            </a:r>
            <a:endParaRPr lang="zh-CN" altLang="en-US" sz="4400" dirty="0">
              <a:solidFill>
                <a:srgbClr val="006600"/>
              </a:solidFill>
              <a:latin typeface="Arial" panose="020B0604020202020204" pitchFamily="34" charset="0"/>
              <a:ea typeface="宋体" panose="02010600030101010101" pitchFamily="2" charset="-122"/>
            </a:endParaRPr>
          </a:p>
        </p:txBody>
      </p:sp>
      <p:sp>
        <p:nvSpPr>
          <p:cNvPr id="29698" name="矩形 594946"/>
          <p:cNvSpPr/>
          <p:nvPr/>
        </p:nvSpPr>
        <p:spPr>
          <a:xfrm>
            <a:off x="457200" y="1557338"/>
            <a:ext cx="8218488" cy="4967287"/>
          </a:xfrm>
          <a:prstGeom prst="rect">
            <a:avLst/>
          </a:prstGeom>
          <a:noFill/>
          <a:ln w="9525">
            <a:noFill/>
          </a:ln>
        </p:spPr>
        <p:txBody>
          <a:bodyPr anchor="t" anchorCtr="0"/>
          <a:lstStyle/>
          <a:p>
            <a:pPr marL="342900" indent="-342900">
              <a:spcBef>
                <a:spcPct val="20000"/>
              </a:spcBef>
              <a:buClr>
                <a:schemeClr val="bg2"/>
              </a:buClr>
              <a:buSzPct val="75000"/>
              <a:buFont typeface="Wingdings" panose="05000000000000000000" pitchFamily="2" charset="2"/>
              <a:buChar char="n"/>
            </a:pPr>
            <a:r>
              <a:rPr lang="zh-CN" altLang="en-US" b="1" dirty="0">
                <a:latin typeface="Arial" panose="020B0604020202020204" pitchFamily="34" charset="0"/>
                <a:ea typeface="宋体" panose="02010600030101010101" pitchFamily="2" charset="-122"/>
              </a:rPr>
              <a:t>计算机系统由计算机硬件和计算机软件组成。</a:t>
            </a:r>
          </a:p>
          <a:p>
            <a:pPr marL="342900" indent="-342900">
              <a:spcBef>
                <a:spcPct val="20000"/>
              </a:spcBef>
              <a:buClr>
                <a:schemeClr val="bg2"/>
              </a:buClr>
              <a:buSzPct val="75000"/>
              <a:buFont typeface="Wingdings" panose="05000000000000000000" pitchFamily="2" charset="2"/>
              <a:buChar char="n"/>
            </a:pPr>
            <a:endParaRPr lang="zh-CN" altLang="en-US" b="1" dirty="0">
              <a:latin typeface="Arial" panose="020B0604020202020204" pitchFamily="34" charset="0"/>
              <a:ea typeface="宋体" panose="02010600030101010101" pitchFamily="2" charset="-122"/>
            </a:endParaRPr>
          </a:p>
          <a:p>
            <a:pPr marL="342900" indent="-342900">
              <a:spcBef>
                <a:spcPct val="20000"/>
              </a:spcBef>
              <a:buClr>
                <a:schemeClr val="bg2"/>
              </a:buClr>
              <a:buSzPct val="75000"/>
              <a:buFont typeface="Wingdings" panose="05000000000000000000" pitchFamily="2" charset="2"/>
              <a:buChar char="n"/>
            </a:pPr>
            <a:endParaRPr lang="zh-CN" altLang="en-US" b="1" dirty="0">
              <a:latin typeface="Arial" panose="020B0604020202020204" pitchFamily="34" charset="0"/>
              <a:ea typeface="宋体" panose="02010600030101010101" pitchFamily="2" charset="-122"/>
            </a:endParaRPr>
          </a:p>
          <a:p>
            <a:pPr marL="742950" lvl="1" indent="-285750" algn="l"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pPr>
            <a:r>
              <a:rPr lang="zh-CN" altLang="en-US" sz="2400" b="1" u="none" baseline="0" dirty="0">
                <a:solidFill>
                  <a:srgbClr val="0000CC"/>
                </a:solidFill>
                <a:latin typeface="Arial" panose="020B0604020202020204" pitchFamily="34" charset="0"/>
                <a:ea typeface="宋体" panose="02010600030101010101" pitchFamily="2" charset="-122"/>
              </a:rPr>
              <a:t>计算机硬件（</a:t>
            </a:r>
            <a:r>
              <a:rPr lang="en-US" altLang="zh-CN" sz="2400" b="1" u="none" baseline="0" dirty="0">
                <a:solidFill>
                  <a:srgbClr val="0000CC"/>
                </a:solidFill>
                <a:latin typeface="Arial" panose="020B0604020202020204" pitchFamily="34" charset="0"/>
                <a:ea typeface="宋体" panose="02010600030101010101" pitchFamily="2" charset="-122"/>
              </a:rPr>
              <a:t>Hardware</a:t>
            </a:r>
            <a:r>
              <a:rPr lang="zh-CN" altLang="en-US" sz="2400" b="1" u="none" baseline="0" dirty="0">
                <a:solidFill>
                  <a:srgbClr val="0000CC"/>
                </a:solidFill>
                <a:latin typeface="Arial" panose="020B0604020202020204" pitchFamily="34" charset="0"/>
                <a:ea typeface="宋体" panose="02010600030101010101" pitchFamily="2" charset="-122"/>
              </a:rPr>
              <a:t>）是指构成计算机的所有实体部件的集合，通常这些部件由电路（电子元件）、机械等物理部件组成。</a:t>
            </a:r>
          </a:p>
          <a:p>
            <a:pPr marL="742950" lvl="1" indent="-285750" algn="l"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pPr>
            <a:endParaRPr lang="zh-CN" altLang="en-US" sz="2400" b="1" u="none" baseline="0" dirty="0">
              <a:solidFill>
                <a:srgbClr val="0000CC"/>
              </a:solidFill>
              <a:latin typeface="Arial" panose="020B0604020202020204" pitchFamily="34" charset="0"/>
              <a:ea typeface="宋体" panose="02010600030101010101" pitchFamily="2" charset="-122"/>
            </a:endParaRPr>
          </a:p>
          <a:p>
            <a:pPr marL="742950" lvl="1" indent="-285750" algn="l"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pPr>
            <a:r>
              <a:rPr lang="zh-CN" altLang="en-US" sz="2400" b="1" u="none" baseline="0" dirty="0">
                <a:solidFill>
                  <a:srgbClr val="0000CC"/>
                </a:solidFill>
                <a:latin typeface="Arial" panose="020B0604020202020204" pitchFamily="34" charset="0"/>
                <a:ea typeface="宋体" panose="02010600030101010101" pitchFamily="2" charset="-122"/>
              </a:rPr>
              <a:t>计算机软件（</a:t>
            </a:r>
            <a:r>
              <a:rPr lang="en-US" altLang="zh-CN" sz="2400" b="1" u="none" baseline="0" dirty="0">
                <a:solidFill>
                  <a:srgbClr val="0000CC"/>
                </a:solidFill>
                <a:latin typeface="Arial" panose="020B0604020202020204" pitchFamily="34" charset="0"/>
                <a:ea typeface="宋体" panose="02010600030101010101" pitchFamily="2" charset="-122"/>
              </a:rPr>
              <a:t>Software</a:t>
            </a:r>
            <a:r>
              <a:rPr lang="zh-CN" altLang="en-US" sz="2400" b="1" u="none" baseline="0" dirty="0">
                <a:solidFill>
                  <a:srgbClr val="0000CC"/>
                </a:solidFill>
                <a:latin typeface="Arial" panose="020B0604020202020204" pitchFamily="34" charset="0"/>
                <a:ea typeface="宋体" panose="02010600030101010101" pitchFamily="2" charset="-122"/>
              </a:rPr>
              <a:t>）主要是一系列按照特定顺序组织的计算机数据和指令的集合。</a:t>
            </a:r>
            <a:r>
              <a:rPr lang="en-US" altLang="zh-CN" sz="2400" b="1" u="none" baseline="0" dirty="0">
                <a:solidFill>
                  <a:srgbClr val="0000CC"/>
                </a:solidFill>
                <a:latin typeface="Arial" panose="020B0604020202020204" pitchFamily="34" charset="0"/>
                <a:ea typeface="宋体" panose="02010600030101010101" pitchFamily="2" charset="-122"/>
              </a:rPr>
              <a:t>1983</a:t>
            </a:r>
            <a:r>
              <a:rPr lang="zh-CN" altLang="en-US" sz="2400" b="1" u="none" baseline="0" dirty="0">
                <a:solidFill>
                  <a:srgbClr val="0000CC"/>
                </a:solidFill>
                <a:latin typeface="Arial" panose="020B0604020202020204" pitchFamily="34" charset="0"/>
                <a:ea typeface="宋体" panose="02010600030101010101" pitchFamily="2" charset="-122"/>
              </a:rPr>
              <a:t>年，</a:t>
            </a:r>
            <a:r>
              <a:rPr lang="en-US" altLang="zh-CN" sz="2400" b="1" u="none" baseline="0" dirty="0">
                <a:solidFill>
                  <a:srgbClr val="0000CC"/>
                </a:solidFill>
                <a:latin typeface="Arial" panose="020B0604020202020204" pitchFamily="34" charset="0"/>
                <a:ea typeface="宋体" panose="02010600030101010101" pitchFamily="2" charset="-122"/>
              </a:rPr>
              <a:t>IEEE</a:t>
            </a:r>
            <a:r>
              <a:rPr lang="zh-CN" altLang="en-US" sz="2400" b="1" u="none" baseline="0" dirty="0">
                <a:solidFill>
                  <a:srgbClr val="0000CC"/>
                </a:solidFill>
                <a:latin typeface="Arial" panose="020B0604020202020204" pitchFamily="34" charset="0"/>
                <a:ea typeface="宋体" panose="02010600030101010101" pitchFamily="2" charset="-122"/>
              </a:rPr>
              <a:t>对软件给出了一个较为全面的定义：软件是计算机程序、方法、规范及其相应的文档以及在计算机上运行是所必须的数据。软件是相对于机器硬件而言的。</a:t>
            </a:r>
          </a:p>
        </p:txBody>
      </p:sp>
      <p:sp>
        <p:nvSpPr>
          <p:cNvPr id="29699" name="矩形 594947"/>
          <p:cNvSpPr/>
          <p:nvPr/>
        </p:nvSpPr>
        <p:spPr>
          <a:xfrm>
            <a:off x="1208088" y="2185988"/>
            <a:ext cx="6303962" cy="579437"/>
          </a:xfrm>
          <a:prstGeom prst="rect">
            <a:avLst/>
          </a:prstGeom>
          <a:noFill/>
          <a:ln w="9525">
            <a:noFill/>
          </a:ln>
        </p:spPr>
        <p:txBody>
          <a:bodyPr wrap="none" anchor="t" anchorCtr="0">
            <a:spAutoFit/>
          </a:bodyPr>
          <a:lstStyle/>
          <a:p>
            <a:pPr algn="ctr">
              <a:spcBef>
                <a:spcPct val="20000"/>
              </a:spcBef>
              <a:buClr>
                <a:srgbClr val="008000"/>
              </a:buClr>
            </a:pPr>
            <a:r>
              <a:rPr lang="zh-CN" altLang="en-US" sz="3200" b="1" dirty="0">
                <a:latin typeface="Arial" panose="020B0604020202020204" pitchFamily="34" charset="0"/>
                <a:ea typeface="宋体" panose="02010600030101010101" pitchFamily="2" charset="-122"/>
              </a:rPr>
              <a:t>计算机系统＝</a:t>
            </a:r>
            <a:r>
              <a:rPr lang="zh-CN" altLang="en-US" sz="3200" b="1" dirty="0">
                <a:solidFill>
                  <a:srgbClr val="FF3300"/>
                </a:solidFill>
                <a:latin typeface="Arial" panose="020B0604020202020204" pitchFamily="34" charset="0"/>
                <a:ea typeface="宋体" panose="02010600030101010101" pitchFamily="2" charset="-122"/>
              </a:rPr>
              <a:t>硬件</a:t>
            </a:r>
            <a:r>
              <a:rPr lang="zh-CN" altLang="en-US" sz="3200" b="1" dirty="0">
                <a:latin typeface="Arial" panose="020B0604020202020204" pitchFamily="34" charset="0"/>
                <a:ea typeface="宋体" panose="02010600030101010101" pitchFamily="2" charset="-122"/>
              </a:rPr>
              <a:t>系统＋</a:t>
            </a:r>
            <a:r>
              <a:rPr lang="zh-CN" altLang="en-US" sz="3200" b="1" dirty="0">
                <a:solidFill>
                  <a:srgbClr val="FF3300"/>
                </a:solidFill>
                <a:latin typeface="Arial" panose="020B0604020202020204" pitchFamily="34" charset="0"/>
                <a:ea typeface="宋体" panose="02010600030101010101" pitchFamily="2" charset="-122"/>
              </a:rPr>
              <a:t>软件</a:t>
            </a:r>
            <a:r>
              <a:rPr lang="zh-CN" altLang="en-US" sz="3200" b="1" dirty="0">
                <a:latin typeface="Arial" panose="020B0604020202020204" pitchFamily="34" charset="0"/>
                <a:ea typeface="宋体" panose="02010600030101010101" pitchFamily="2" charset="-122"/>
              </a:rPr>
              <a:t>系统</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文本框 673793"/>
          <p:cNvSpPr txBox="1"/>
          <p:nvPr/>
        </p:nvSpPr>
        <p:spPr>
          <a:xfrm>
            <a:off x="684213" y="620713"/>
            <a:ext cx="8001000" cy="579438"/>
          </a:xfrm>
          <a:prstGeom prst="rect">
            <a:avLst/>
          </a:prstGeom>
          <a:noFill/>
          <a:ln w="9525">
            <a:noFill/>
          </a:ln>
        </p:spPr>
        <p:txBody>
          <a:bodyPr>
            <a:spAutoFit/>
          </a:bodyPr>
          <a:lstStyle/>
          <a:p>
            <a:r>
              <a:rPr lang="zh-CN" altLang="en-US" sz="3200" b="1" noProof="1">
                <a:solidFill>
                  <a:srgbClr val="000099"/>
                </a:solidFill>
                <a:effectLst>
                  <a:outerShdw blurRad="38100" dist="38100" dir="2700000">
                    <a:srgbClr val="C0C0C0"/>
                  </a:outerShdw>
                </a:effectLst>
                <a:latin typeface="宋体" panose="02010600030101010101" pitchFamily="2" charset="-122"/>
                <a:ea typeface="宋体" panose="02010600030101010101" pitchFamily="2" charset="-122"/>
                <a:cs typeface="+mn-cs"/>
              </a:rPr>
              <a:t>一、计算机的硬件        </a:t>
            </a:r>
            <a:endParaRPr lang="zh-CN" altLang="en-US" sz="3200" b="1" noProof="1">
              <a:solidFill>
                <a:srgbClr val="000099"/>
              </a:solidFill>
              <a:effectLst>
                <a:outerShdw blurRad="38100" dist="38100" dir="2700000">
                  <a:srgbClr val="C0C0C0"/>
                </a:outerShdw>
              </a:effectLst>
              <a:latin typeface="宋体" panose="02010600030101010101" pitchFamily="2" charset="-122"/>
            </a:endParaRPr>
          </a:p>
        </p:txBody>
      </p:sp>
      <p:sp>
        <p:nvSpPr>
          <p:cNvPr id="673795" name="文本框 673794"/>
          <p:cNvSpPr txBox="1"/>
          <p:nvPr/>
        </p:nvSpPr>
        <p:spPr>
          <a:xfrm>
            <a:off x="1692275" y="2060575"/>
            <a:ext cx="5653088" cy="519113"/>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计算机由五大部件组成</a:t>
            </a:r>
          </a:p>
        </p:txBody>
      </p:sp>
      <p:sp>
        <p:nvSpPr>
          <p:cNvPr id="673796" name="文本框 673795"/>
          <p:cNvSpPr txBox="1"/>
          <p:nvPr/>
        </p:nvSpPr>
        <p:spPr>
          <a:xfrm>
            <a:off x="1692275" y="3919538"/>
            <a:ext cx="6567488" cy="519112"/>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指令和数据用二进制表示</a:t>
            </a:r>
          </a:p>
        </p:txBody>
      </p:sp>
      <p:sp>
        <p:nvSpPr>
          <p:cNvPr id="673797" name="文本框 673796"/>
          <p:cNvSpPr txBox="1"/>
          <p:nvPr/>
        </p:nvSpPr>
        <p:spPr>
          <a:xfrm>
            <a:off x="1692275" y="4543425"/>
            <a:ext cx="6415088" cy="519113"/>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指令由操作码和地址码组成</a:t>
            </a:r>
          </a:p>
        </p:txBody>
      </p:sp>
      <p:sp>
        <p:nvSpPr>
          <p:cNvPr id="673798" name="文本框 673797"/>
          <p:cNvSpPr txBox="1"/>
          <p:nvPr/>
        </p:nvSpPr>
        <p:spPr>
          <a:xfrm>
            <a:off x="1692275" y="5734050"/>
            <a:ext cx="2684463" cy="519113"/>
          </a:xfrm>
          <a:prstGeom prst="rect">
            <a:avLst/>
          </a:prstGeom>
          <a:noFill/>
          <a:ln w="9525">
            <a:noFill/>
          </a:ln>
        </p:spPr>
        <p:txBody>
          <a:bodyPr wrap="none"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以运算器为中心</a:t>
            </a:r>
          </a:p>
        </p:txBody>
      </p:sp>
      <p:grpSp>
        <p:nvGrpSpPr>
          <p:cNvPr id="673799" name="组合 673798"/>
          <p:cNvGrpSpPr/>
          <p:nvPr/>
        </p:nvGrpSpPr>
        <p:grpSpPr>
          <a:xfrm>
            <a:off x="1692275" y="2684463"/>
            <a:ext cx="6808788" cy="1106487"/>
            <a:chOff x="895" y="1712"/>
            <a:chExt cx="4289" cy="697"/>
          </a:xfrm>
        </p:grpSpPr>
        <p:sp>
          <p:nvSpPr>
            <p:cNvPr id="30727" name="文本框 673799"/>
            <p:cNvSpPr txBox="1"/>
            <p:nvPr/>
          </p:nvSpPr>
          <p:spPr>
            <a:xfrm>
              <a:off x="895" y="1712"/>
              <a:ext cx="4289" cy="327"/>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指令和数据以同等地位存于存储器</a:t>
              </a:r>
            </a:p>
          </p:txBody>
        </p:sp>
        <p:sp>
          <p:nvSpPr>
            <p:cNvPr id="30728" name="文本框 673800"/>
            <p:cNvSpPr txBox="1"/>
            <p:nvPr/>
          </p:nvSpPr>
          <p:spPr>
            <a:xfrm>
              <a:off x="981" y="2082"/>
              <a:ext cx="3195" cy="327"/>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可按地址寻访</a:t>
              </a:r>
            </a:p>
          </p:txBody>
        </p:sp>
      </p:grpSp>
      <p:sp>
        <p:nvSpPr>
          <p:cNvPr id="30729" name="文本框 673801"/>
          <p:cNvSpPr txBox="1"/>
          <p:nvPr/>
        </p:nvSpPr>
        <p:spPr>
          <a:xfrm>
            <a:off x="827088" y="1268413"/>
            <a:ext cx="5965825" cy="641350"/>
          </a:xfrm>
          <a:prstGeom prst="rect">
            <a:avLst/>
          </a:prstGeom>
          <a:noFill/>
          <a:ln w="9525">
            <a:noFill/>
          </a:ln>
        </p:spPr>
        <p:txBody>
          <a:bodyPr anchor="t" anchorCtr="0">
            <a:spAutoFit/>
          </a:bodyPr>
          <a:lstStyle/>
          <a:p>
            <a:pPr algn="ctr">
              <a:spcBef>
                <a:spcPct val="20000"/>
              </a:spcBef>
              <a:buClr>
                <a:schemeClr val="accent2"/>
              </a:buClr>
              <a:buSzPct val="80000"/>
              <a:buFont typeface="Wingdings" panose="05000000000000000000" pitchFamily="2" charset="2"/>
            </a:pPr>
            <a:r>
              <a:rPr lang="en-US" altLang="zh-CN" sz="3600" dirty="0">
                <a:latin typeface="Times New Roman" panose="02020603050405020304" pitchFamily="18" charset="0"/>
                <a:ea typeface="宋体" panose="02010600030101010101" pitchFamily="2" charset="-122"/>
              </a:rPr>
              <a:t>1</a:t>
            </a:r>
            <a:r>
              <a:rPr lang="zh-CN" altLang="en-US" sz="3600" dirty="0">
                <a:latin typeface="Times New Roman" panose="02020603050405020304" pitchFamily="18" charset="0"/>
                <a:ea typeface="宋体" panose="02010600030101010101" pitchFamily="2" charset="-122"/>
              </a:rPr>
              <a:t>、</a:t>
            </a:r>
            <a:r>
              <a:rPr lang="zh-CN" altLang="en-US" sz="3600" b="1" dirty="0">
                <a:latin typeface="宋体" panose="02010600030101010101" pitchFamily="2" charset="-122"/>
                <a:ea typeface="宋体" panose="02010600030101010101" pitchFamily="2" charset="-122"/>
              </a:rPr>
              <a:t>冯</a:t>
            </a:r>
            <a:r>
              <a:rPr lang="en-US" altLang="zh-CN" sz="3600" b="1">
                <a:latin typeface="Times New Roman" panose="02020603050405020304" pitchFamily="18" charset="0"/>
                <a:ea typeface="宋体" panose="02010600030101010101" pitchFamily="2" charset="-122"/>
              </a:rPr>
              <a:t>·</a:t>
            </a:r>
            <a:r>
              <a:rPr lang="zh-CN" altLang="en-US" sz="3600" b="1" dirty="0">
                <a:latin typeface="宋体" panose="02010600030101010101" pitchFamily="2" charset="-122"/>
                <a:ea typeface="宋体" panose="02010600030101010101" pitchFamily="2" charset="-122"/>
              </a:rPr>
              <a:t>诺依曼计算机的特点</a:t>
            </a:r>
          </a:p>
        </p:txBody>
      </p:sp>
      <p:sp>
        <p:nvSpPr>
          <p:cNvPr id="673803" name="文本框 673802"/>
          <p:cNvSpPr txBox="1"/>
          <p:nvPr/>
        </p:nvSpPr>
        <p:spPr>
          <a:xfrm>
            <a:off x="1692275" y="5124450"/>
            <a:ext cx="1612900" cy="519113"/>
          </a:xfrm>
          <a:prstGeom prst="rect">
            <a:avLst/>
          </a:prstGeom>
          <a:noFill/>
          <a:ln w="9525">
            <a:noFill/>
          </a:ln>
        </p:spPr>
        <p:txBody>
          <a:bodyPr wrap="none"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存储程序</a:t>
            </a:r>
          </a:p>
        </p:txBody>
      </p:sp>
      <p:sp>
        <p:nvSpPr>
          <p:cNvPr id="673804" name="矩形 673803"/>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1.1</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3795"/>
                                        </p:tgtEl>
                                        <p:attrNameLst>
                                          <p:attrName>style.visibility</p:attrName>
                                        </p:attrNameLst>
                                      </p:cBhvr>
                                      <p:to>
                                        <p:strVal val="visible"/>
                                      </p:to>
                                    </p:set>
                                    <p:animEffect transition="in" filter="blinds(horizontal)">
                                      <p:cBhvr>
                                        <p:cTn id="7" dur="500"/>
                                        <p:tgtEl>
                                          <p:spTgt spid="67379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73799"/>
                                        </p:tgtEl>
                                        <p:attrNameLst>
                                          <p:attrName>style.visibility</p:attrName>
                                        </p:attrNameLst>
                                      </p:cBhvr>
                                      <p:to>
                                        <p:strVal val="visible"/>
                                      </p:to>
                                    </p:set>
                                    <p:animEffect transition="in" filter="blinds(horizontal)">
                                      <p:cBhvr>
                                        <p:cTn id="12" dur="500"/>
                                        <p:tgtEl>
                                          <p:spTgt spid="67379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73796"/>
                                        </p:tgtEl>
                                        <p:attrNameLst>
                                          <p:attrName>style.visibility</p:attrName>
                                        </p:attrNameLst>
                                      </p:cBhvr>
                                      <p:to>
                                        <p:strVal val="visible"/>
                                      </p:to>
                                    </p:set>
                                    <p:animEffect transition="in" filter="blinds(horizontal)">
                                      <p:cBhvr>
                                        <p:cTn id="17" dur="500"/>
                                        <p:tgtEl>
                                          <p:spTgt spid="67379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73797"/>
                                        </p:tgtEl>
                                        <p:attrNameLst>
                                          <p:attrName>style.visibility</p:attrName>
                                        </p:attrNameLst>
                                      </p:cBhvr>
                                      <p:to>
                                        <p:strVal val="visible"/>
                                      </p:to>
                                    </p:set>
                                    <p:animEffect transition="in" filter="blinds(horizontal)">
                                      <p:cBhvr>
                                        <p:cTn id="22" dur="500"/>
                                        <p:tgtEl>
                                          <p:spTgt spid="67379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73803"/>
                                        </p:tgtEl>
                                        <p:attrNameLst>
                                          <p:attrName>style.visibility</p:attrName>
                                        </p:attrNameLst>
                                      </p:cBhvr>
                                      <p:to>
                                        <p:strVal val="visible"/>
                                      </p:to>
                                    </p:set>
                                    <p:animEffect transition="in" filter="blinds(horizontal)">
                                      <p:cBhvr>
                                        <p:cTn id="27" dur="500"/>
                                        <p:tgtEl>
                                          <p:spTgt spid="67380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73798"/>
                                        </p:tgtEl>
                                        <p:attrNameLst>
                                          <p:attrName>style.visibility</p:attrName>
                                        </p:attrNameLst>
                                      </p:cBhvr>
                                      <p:to>
                                        <p:strVal val="visible"/>
                                      </p:to>
                                    </p:set>
                                    <p:animEffect transition="in" filter="blinds(horizontal)">
                                      <p:cBhvr>
                                        <p:cTn id="32" dur="500"/>
                                        <p:tgtEl>
                                          <p:spTgt spid="673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5" grpId="0"/>
      <p:bldP spid="673796" grpId="0"/>
      <p:bldP spid="673798" grpId="0"/>
      <p:bldP spid="67380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圆角矩形标注 674817"/>
          <p:cNvSpPr/>
          <p:nvPr/>
        </p:nvSpPr>
        <p:spPr>
          <a:xfrm>
            <a:off x="5006975" y="1052513"/>
            <a:ext cx="1747838" cy="1135062"/>
          </a:xfrm>
          <a:prstGeom prst="wedgeRoundRectCallout">
            <a:avLst>
              <a:gd name="adj1" fmla="val -55968"/>
              <a:gd name="adj2" fmla="val 153074"/>
              <a:gd name="adj3" fmla="val 16667"/>
            </a:avLst>
          </a:prstGeom>
          <a:noFill/>
          <a:ln w="28575" cap="flat" cmpd="sng">
            <a:solidFill>
              <a:schemeClr val="folHlink"/>
            </a:solidFill>
            <a:prstDash val="solid"/>
            <a:miter/>
            <a:headEnd type="none" w="med" len="med"/>
            <a:tailEnd type="none" w="med" len="med"/>
          </a:ln>
        </p:spPr>
        <p:txBody>
          <a:bodyPr wrap="none"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算术运算</a:t>
            </a:r>
          </a:p>
          <a:p>
            <a:pPr algn="ctr">
              <a:spcBef>
                <a:spcPct val="20000"/>
              </a:spcBef>
            </a:pPr>
            <a:r>
              <a:rPr lang="zh-CN" altLang="en-US" sz="2800" b="1" dirty="0">
                <a:latin typeface="宋体" panose="02010600030101010101" pitchFamily="2" charset="-122"/>
                <a:ea typeface="宋体" panose="02010600030101010101" pitchFamily="2" charset="-122"/>
              </a:rPr>
              <a:t>逻辑运算</a:t>
            </a:r>
          </a:p>
        </p:txBody>
      </p:sp>
      <p:sp>
        <p:nvSpPr>
          <p:cNvPr id="31746" name="圆角矩形标注 674818"/>
          <p:cNvSpPr/>
          <p:nvPr/>
        </p:nvSpPr>
        <p:spPr>
          <a:xfrm>
            <a:off x="1547813" y="908050"/>
            <a:ext cx="1747837" cy="1135063"/>
          </a:xfrm>
          <a:prstGeom prst="wedgeRoundRectCallout">
            <a:avLst>
              <a:gd name="adj1" fmla="val 106769"/>
              <a:gd name="adj2" fmla="val 60208"/>
              <a:gd name="adj3" fmla="val 16667"/>
            </a:avLst>
          </a:prstGeom>
          <a:noFill/>
          <a:ln w="28575" cap="flat" cmpd="sng">
            <a:solidFill>
              <a:schemeClr val="folHlink"/>
            </a:solidFill>
            <a:prstDash val="solid"/>
            <a:miter/>
            <a:headEnd type="none" w="med" len="med"/>
            <a:tailEnd type="none" w="med" len="med"/>
          </a:ln>
        </p:spPr>
        <p:txBody>
          <a:bodyPr wrap="none"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存放数据</a:t>
            </a:r>
          </a:p>
          <a:p>
            <a:pPr algn="ctr">
              <a:spcBef>
                <a:spcPct val="20000"/>
              </a:spcBef>
            </a:pPr>
            <a:r>
              <a:rPr lang="zh-CN" altLang="en-US" sz="2800" b="1" dirty="0">
                <a:latin typeface="宋体" panose="02010600030101010101" pitchFamily="2" charset="-122"/>
                <a:ea typeface="宋体" panose="02010600030101010101" pitchFamily="2" charset="-122"/>
              </a:rPr>
              <a:t>和程序</a:t>
            </a:r>
          </a:p>
        </p:txBody>
      </p:sp>
      <p:sp>
        <p:nvSpPr>
          <p:cNvPr id="31747" name="圆角矩形标注 674819"/>
          <p:cNvSpPr/>
          <p:nvPr/>
        </p:nvSpPr>
        <p:spPr>
          <a:xfrm>
            <a:off x="7938" y="2060575"/>
            <a:ext cx="2898775" cy="1135063"/>
          </a:xfrm>
          <a:prstGeom prst="wedgeRoundRectCallout">
            <a:avLst>
              <a:gd name="adj1" fmla="val -986"/>
              <a:gd name="adj2" fmla="val 74194"/>
              <a:gd name="adj3" fmla="val 16667"/>
            </a:avLst>
          </a:prstGeom>
          <a:noFill/>
          <a:ln w="28575" cap="flat" cmpd="sng">
            <a:solidFill>
              <a:schemeClr val="folHlink"/>
            </a:solidFill>
            <a:prstDash val="solid"/>
            <a:miter/>
            <a:headEnd type="none" w="med" len="med"/>
            <a:tailEnd type="none" w="med" len="med"/>
          </a:ln>
        </p:spPr>
        <p:txBody>
          <a:bodyPr wrap="none"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将信息转换成机</a:t>
            </a:r>
          </a:p>
          <a:p>
            <a:pPr algn="ctr">
              <a:spcBef>
                <a:spcPct val="20000"/>
              </a:spcBef>
            </a:pPr>
            <a:r>
              <a:rPr lang="zh-CN" altLang="en-US" sz="2800" b="1" dirty="0">
                <a:latin typeface="宋体" panose="02010600030101010101" pitchFamily="2" charset="-122"/>
                <a:ea typeface="宋体" panose="02010600030101010101" pitchFamily="2" charset="-122"/>
              </a:rPr>
              <a:t>器能识别的形式</a:t>
            </a:r>
          </a:p>
        </p:txBody>
      </p:sp>
      <p:sp>
        <p:nvSpPr>
          <p:cNvPr id="31748" name="圆角矩形标注 674820"/>
          <p:cNvSpPr/>
          <p:nvPr/>
        </p:nvSpPr>
        <p:spPr>
          <a:xfrm>
            <a:off x="6877050" y="1814513"/>
            <a:ext cx="2268538" cy="1503362"/>
          </a:xfrm>
          <a:prstGeom prst="wedgeRoundRectCallout">
            <a:avLst>
              <a:gd name="adj1" fmla="val -71204"/>
              <a:gd name="adj2" fmla="val 173500"/>
              <a:gd name="adj3" fmla="val 16667"/>
            </a:avLst>
          </a:prstGeom>
          <a:noFill/>
          <a:ln w="28575" cap="flat" cmpd="sng">
            <a:solidFill>
              <a:schemeClr val="folHlink"/>
            </a:solidFill>
            <a:prstDash val="solid"/>
            <a:miter/>
            <a:headEnd type="none" w="med" len="med"/>
            <a:tailEnd type="none" w="med" len="med"/>
          </a:ln>
        </p:spPr>
        <p:txBody>
          <a:bodyPr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将结果转换成人们熟悉的形式</a:t>
            </a:r>
          </a:p>
        </p:txBody>
      </p:sp>
      <p:sp>
        <p:nvSpPr>
          <p:cNvPr id="31749" name="圆角矩形标注 674821"/>
          <p:cNvSpPr/>
          <p:nvPr/>
        </p:nvSpPr>
        <p:spPr>
          <a:xfrm>
            <a:off x="7000875" y="5484813"/>
            <a:ext cx="1755775" cy="1136650"/>
          </a:xfrm>
          <a:prstGeom prst="wedgeRoundRectCallout">
            <a:avLst>
              <a:gd name="adj1" fmla="val -158500"/>
              <a:gd name="adj2" fmla="val -50421"/>
              <a:gd name="adj3" fmla="val 16667"/>
            </a:avLst>
          </a:prstGeom>
          <a:noFill/>
          <a:ln w="28575" cap="flat" cmpd="sng">
            <a:solidFill>
              <a:schemeClr val="folHlink"/>
            </a:solidFill>
            <a:prstDash val="solid"/>
            <a:miter/>
            <a:headEnd type="none" w="med" len="med"/>
            <a:tailEnd type="none" w="med" len="med"/>
          </a:ln>
        </p:spPr>
        <p:txBody>
          <a:bodyPr wrap="none"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指挥程序</a:t>
            </a:r>
          </a:p>
          <a:p>
            <a:pPr algn="ctr">
              <a:spcBef>
                <a:spcPct val="20000"/>
              </a:spcBef>
            </a:pPr>
            <a:r>
              <a:rPr lang="zh-CN" altLang="en-US" sz="2800" b="1" dirty="0">
                <a:latin typeface="宋体" panose="02010600030101010101" pitchFamily="2" charset="-122"/>
                <a:ea typeface="宋体" panose="02010600030101010101" pitchFamily="2" charset="-122"/>
              </a:rPr>
              <a:t>运行</a:t>
            </a:r>
          </a:p>
        </p:txBody>
      </p:sp>
      <p:sp>
        <p:nvSpPr>
          <p:cNvPr id="674823" name="矩形 674822"/>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1.1</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sp>
        <p:nvSpPr>
          <p:cNvPr id="31751" name="文本框 674823"/>
          <p:cNvSpPr txBox="1"/>
          <p:nvPr/>
        </p:nvSpPr>
        <p:spPr>
          <a:xfrm>
            <a:off x="996950" y="349250"/>
            <a:ext cx="5327650" cy="641350"/>
          </a:xfrm>
          <a:prstGeom prst="rect">
            <a:avLst/>
          </a:prstGeom>
          <a:noFill/>
          <a:ln w="9525">
            <a:noFill/>
          </a:ln>
        </p:spPr>
        <p:txBody>
          <a:bodyPr wrap="none" anchor="t" anchorCtr="0">
            <a:spAutoFit/>
          </a:bodyPr>
          <a:lstStyle/>
          <a:p>
            <a:pPr>
              <a:spcBef>
                <a:spcPct val="20000"/>
              </a:spcBef>
            </a:pPr>
            <a:r>
              <a:rPr lang="zh-CN" altLang="en-US" sz="3600" b="1" dirty="0">
                <a:latin typeface="宋体" panose="02010600030101010101" pitchFamily="2" charset="-122"/>
                <a:ea typeface="宋体" panose="02010600030101010101" pitchFamily="2" charset="-122"/>
              </a:rPr>
              <a:t>冯</a:t>
            </a:r>
            <a:r>
              <a:rPr lang="en-US" altLang="zh-CN" sz="3600" b="1">
                <a:latin typeface="Times New Roman" panose="02020603050405020304" pitchFamily="18" charset="0"/>
                <a:ea typeface="宋体" panose="02010600030101010101" pitchFamily="2" charset="-122"/>
              </a:rPr>
              <a:t>·</a:t>
            </a:r>
            <a:r>
              <a:rPr lang="zh-CN" altLang="en-US" sz="3600" b="1" dirty="0">
                <a:latin typeface="宋体" panose="02010600030101010101" pitchFamily="2" charset="-122"/>
                <a:ea typeface="宋体" panose="02010600030101010101" pitchFamily="2" charset="-122"/>
              </a:rPr>
              <a:t>诺依曼计算机硬件框图</a:t>
            </a:r>
          </a:p>
        </p:txBody>
      </p:sp>
      <p:grpSp>
        <p:nvGrpSpPr>
          <p:cNvPr id="31752" name="组合 674824"/>
          <p:cNvGrpSpPr/>
          <p:nvPr/>
        </p:nvGrpSpPr>
        <p:grpSpPr>
          <a:xfrm>
            <a:off x="457200" y="1989138"/>
            <a:ext cx="7805738" cy="3509962"/>
            <a:chOff x="288" y="1253"/>
            <a:chExt cx="4917" cy="2211"/>
          </a:xfrm>
        </p:grpSpPr>
        <p:sp>
          <p:nvSpPr>
            <p:cNvPr id="31753" name="矩形 674825"/>
            <p:cNvSpPr/>
            <p:nvPr/>
          </p:nvSpPr>
          <p:spPr>
            <a:xfrm>
              <a:off x="2438" y="1253"/>
              <a:ext cx="794" cy="426"/>
            </a:xfrm>
            <a:prstGeom prst="rect">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1754" name="矩形 674826"/>
            <p:cNvSpPr/>
            <p:nvPr/>
          </p:nvSpPr>
          <p:spPr>
            <a:xfrm>
              <a:off x="2494" y="1314"/>
              <a:ext cx="678" cy="269"/>
            </a:xfrm>
            <a:prstGeom prst="rect">
              <a:avLst/>
            </a:prstGeom>
            <a:noFill/>
            <a:ln w="9525">
              <a:noFill/>
            </a:ln>
          </p:spPr>
          <p:txBody>
            <a:bodyPr wrap="none" lIns="0" tIns="0" rIns="0" bIns="0"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存储器</a:t>
              </a:r>
            </a:p>
          </p:txBody>
        </p:sp>
        <p:sp>
          <p:nvSpPr>
            <p:cNvPr id="31755" name="矩形 674827"/>
            <p:cNvSpPr/>
            <p:nvPr/>
          </p:nvSpPr>
          <p:spPr>
            <a:xfrm>
              <a:off x="828" y="2115"/>
              <a:ext cx="953" cy="424"/>
            </a:xfrm>
            <a:prstGeom prst="rect">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1756" name="矩形 674828"/>
            <p:cNvSpPr/>
            <p:nvPr/>
          </p:nvSpPr>
          <p:spPr>
            <a:xfrm>
              <a:off x="860" y="2179"/>
              <a:ext cx="904" cy="269"/>
            </a:xfrm>
            <a:prstGeom prst="rect">
              <a:avLst/>
            </a:prstGeom>
            <a:noFill/>
            <a:ln w="9525">
              <a:noFill/>
            </a:ln>
          </p:spPr>
          <p:txBody>
            <a:bodyPr wrap="none" lIns="0" tIns="0" rIns="0" bIns="0"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输入设备</a:t>
              </a:r>
            </a:p>
          </p:txBody>
        </p:sp>
        <p:sp>
          <p:nvSpPr>
            <p:cNvPr id="31757" name="矩形 674829"/>
            <p:cNvSpPr/>
            <p:nvPr/>
          </p:nvSpPr>
          <p:spPr>
            <a:xfrm>
              <a:off x="2425" y="2115"/>
              <a:ext cx="795" cy="424"/>
            </a:xfrm>
            <a:prstGeom prst="rect">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1758" name="矩形 674830"/>
            <p:cNvSpPr/>
            <p:nvPr/>
          </p:nvSpPr>
          <p:spPr>
            <a:xfrm>
              <a:off x="2494" y="2179"/>
              <a:ext cx="678" cy="269"/>
            </a:xfrm>
            <a:prstGeom prst="rect">
              <a:avLst/>
            </a:prstGeom>
            <a:noFill/>
            <a:ln w="9525">
              <a:noFill/>
            </a:ln>
          </p:spPr>
          <p:txBody>
            <a:bodyPr wrap="none" lIns="0" tIns="0" rIns="0" bIns="0"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运算器</a:t>
              </a:r>
            </a:p>
          </p:txBody>
        </p:sp>
        <p:sp>
          <p:nvSpPr>
            <p:cNvPr id="31759" name="矩形 674831"/>
            <p:cNvSpPr/>
            <p:nvPr/>
          </p:nvSpPr>
          <p:spPr>
            <a:xfrm>
              <a:off x="2413" y="3038"/>
              <a:ext cx="794" cy="426"/>
            </a:xfrm>
            <a:prstGeom prst="rect">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1760" name="矩形 674832"/>
            <p:cNvSpPr/>
            <p:nvPr/>
          </p:nvSpPr>
          <p:spPr>
            <a:xfrm>
              <a:off x="2459" y="3094"/>
              <a:ext cx="678" cy="269"/>
            </a:xfrm>
            <a:prstGeom prst="rect">
              <a:avLst/>
            </a:prstGeom>
            <a:noFill/>
            <a:ln w="9525">
              <a:noFill/>
            </a:ln>
          </p:spPr>
          <p:txBody>
            <a:bodyPr wrap="none" lIns="0" tIns="0" rIns="0" bIns="0"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控制器</a:t>
              </a:r>
            </a:p>
          </p:txBody>
        </p:sp>
        <p:sp>
          <p:nvSpPr>
            <p:cNvPr id="31761" name="矩形 674833"/>
            <p:cNvSpPr/>
            <p:nvPr/>
          </p:nvSpPr>
          <p:spPr>
            <a:xfrm>
              <a:off x="3879" y="2115"/>
              <a:ext cx="953" cy="424"/>
            </a:xfrm>
            <a:prstGeom prst="rect">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1762" name="矩形 674834"/>
            <p:cNvSpPr/>
            <p:nvPr/>
          </p:nvSpPr>
          <p:spPr>
            <a:xfrm>
              <a:off x="3900" y="2179"/>
              <a:ext cx="904" cy="269"/>
            </a:xfrm>
            <a:prstGeom prst="rect">
              <a:avLst/>
            </a:prstGeom>
            <a:noFill/>
            <a:ln w="9525">
              <a:noFill/>
            </a:ln>
          </p:spPr>
          <p:txBody>
            <a:bodyPr wrap="none" lIns="0" tIns="0" rIns="0" bIns="0"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输出设备</a:t>
              </a:r>
            </a:p>
          </p:txBody>
        </p:sp>
        <p:sp>
          <p:nvSpPr>
            <p:cNvPr id="31763" name="任意多边形 674835"/>
            <p:cNvSpPr/>
            <p:nvPr/>
          </p:nvSpPr>
          <p:spPr>
            <a:xfrm>
              <a:off x="1296" y="2543"/>
              <a:ext cx="1104" cy="721"/>
            </a:xfrm>
            <a:custGeom>
              <a:avLst/>
              <a:gdLst/>
              <a:ahLst/>
              <a:cxnLst/>
              <a:rect l="0" t="0" r="0" b="0"/>
              <a:pathLst>
                <a:path w="1104" h="721">
                  <a:moveTo>
                    <a:pt x="0" y="0"/>
                  </a:moveTo>
                  <a:lnTo>
                    <a:pt x="0" y="721"/>
                  </a:lnTo>
                  <a:lnTo>
                    <a:pt x="1104" y="721"/>
                  </a:lnTo>
                </a:path>
              </a:pathLst>
            </a:custGeom>
            <a:noFill/>
            <a:ln w="38100" cap="flat" cmpd="sng">
              <a:solidFill>
                <a:schemeClr val="folHlink"/>
              </a:solidFill>
              <a:prstDash val="dash"/>
              <a:round/>
              <a:headEnd type="stealth" w="med" len="med"/>
              <a:tailEnd type="stealth" w="med" len="med"/>
            </a:ln>
          </p:spPr>
          <p:txBody>
            <a:bodyPr/>
            <a:lstStyle/>
            <a:p>
              <a:endParaRPr lang="zh-CN" altLang="en-US"/>
            </a:p>
          </p:txBody>
        </p:sp>
        <p:sp>
          <p:nvSpPr>
            <p:cNvPr id="31764" name="任意多边形 674836"/>
            <p:cNvSpPr/>
            <p:nvPr/>
          </p:nvSpPr>
          <p:spPr>
            <a:xfrm>
              <a:off x="2194" y="1439"/>
              <a:ext cx="478" cy="1597"/>
            </a:xfrm>
            <a:custGeom>
              <a:avLst/>
              <a:gdLst/>
              <a:ahLst/>
              <a:cxnLst/>
              <a:rect l="0" t="0" r="0" b="0"/>
              <a:pathLst>
                <a:path w="478" h="1597">
                  <a:moveTo>
                    <a:pt x="254" y="1"/>
                  </a:moveTo>
                  <a:lnTo>
                    <a:pt x="4" y="0"/>
                  </a:lnTo>
                  <a:lnTo>
                    <a:pt x="0" y="1355"/>
                  </a:lnTo>
                  <a:lnTo>
                    <a:pt x="478" y="1355"/>
                  </a:lnTo>
                  <a:lnTo>
                    <a:pt x="476" y="1597"/>
                  </a:lnTo>
                </a:path>
              </a:pathLst>
            </a:custGeom>
            <a:noFill/>
            <a:ln w="38100" cap="flat" cmpd="sng">
              <a:solidFill>
                <a:schemeClr val="folHlink"/>
              </a:solidFill>
              <a:prstDash val="dash"/>
              <a:round/>
              <a:headEnd type="stealth" w="med" len="med"/>
              <a:tailEnd type="stealth" w="med" len="med"/>
            </a:ln>
          </p:spPr>
          <p:txBody>
            <a:bodyPr/>
            <a:lstStyle/>
            <a:p>
              <a:endParaRPr lang="zh-CN" altLang="en-US"/>
            </a:p>
          </p:txBody>
        </p:sp>
        <p:sp>
          <p:nvSpPr>
            <p:cNvPr id="31765" name="任意多边形 674837"/>
            <p:cNvSpPr/>
            <p:nvPr/>
          </p:nvSpPr>
          <p:spPr>
            <a:xfrm>
              <a:off x="2928" y="2544"/>
              <a:ext cx="1" cy="494"/>
            </a:xfrm>
            <a:custGeom>
              <a:avLst/>
              <a:gdLst/>
              <a:ahLst/>
              <a:cxnLst/>
              <a:rect l="0" t="0" r="0" b="0"/>
              <a:pathLst>
                <a:path w="1" h="494">
                  <a:moveTo>
                    <a:pt x="0" y="0"/>
                  </a:moveTo>
                  <a:lnTo>
                    <a:pt x="0" y="494"/>
                  </a:lnTo>
                </a:path>
              </a:pathLst>
            </a:custGeom>
            <a:noFill/>
            <a:ln w="38100" cap="flat" cmpd="sng">
              <a:solidFill>
                <a:schemeClr val="folHlink"/>
              </a:solidFill>
              <a:prstDash val="dash"/>
              <a:round/>
              <a:headEnd type="stealth" w="med" len="med"/>
              <a:tailEnd type="stealth" w="med" len="med"/>
            </a:ln>
          </p:spPr>
          <p:txBody>
            <a:bodyPr/>
            <a:lstStyle/>
            <a:p>
              <a:endParaRPr lang="zh-CN" altLang="en-US"/>
            </a:p>
          </p:txBody>
        </p:sp>
        <p:sp>
          <p:nvSpPr>
            <p:cNvPr id="31766" name="任意多边形 674838"/>
            <p:cNvSpPr/>
            <p:nvPr/>
          </p:nvSpPr>
          <p:spPr>
            <a:xfrm>
              <a:off x="3210" y="2544"/>
              <a:ext cx="1110" cy="816"/>
            </a:xfrm>
            <a:custGeom>
              <a:avLst/>
              <a:gdLst/>
              <a:ahLst/>
              <a:cxnLst/>
              <a:rect l="0" t="0" r="0" b="0"/>
              <a:pathLst>
                <a:path w="1110" h="816">
                  <a:moveTo>
                    <a:pt x="1110" y="0"/>
                  </a:moveTo>
                  <a:lnTo>
                    <a:pt x="1110" y="816"/>
                  </a:lnTo>
                  <a:lnTo>
                    <a:pt x="0" y="816"/>
                  </a:lnTo>
                </a:path>
              </a:pathLst>
            </a:custGeom>
            <a:noFill/>
            <a:ln w="38100" cap="flat" cmpd="sng">
              <a:solidFill>
                <a:schemeClr val="folHlink"/>
              </a:solidFill>
              <a:prstDash val="dash"/>
              <a:round/>
              <a:headEnd type="stealth" w="med" len="med"/>
              <a:tailEnd type="stealth" w="med" len="med"/>
            </a:ln>
          </p:spPr>
          <p:txBody>
            <a:bodyPr/>
            <a:lstStyle/>
            <a:p>
              <a:endParaRPr lang="zh-CN" altLang="en-US"/>
            </a:p>
          </p:txBody>
        </p:sp>
        <p:sp>
          <p:nvSpPr>
            <p:cNvPr id="31767" name="任意多边形 674839"/>
            <p:cNvSpPr/>
            <p:nvPr/>
          </p:nvSpPr>
          <p:spPr>
            <a:xfrm>
              <a:off x="2682" y="1677"/>
              <a:ext cx="1" cy="435"/>
            </a:xfrm>
            <a:custGeom>
              <a:avLst/>
              <a:gdLst/>
              <a:ahLst/>
              <a:cxnLst/>
              <a:rect l="0" t="0" r="0" b="0"/>
              <a:pathLst>
                <a:path w="1" h="435">
                  <a:moveTo>
                    <a:pt x="0" y="435"/>
                  </a:moveTo>
                  <a:lnTo>
                    <a:pt x="0" y="0"/>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sp>
          <p:nvSpPr>
            <p:cNvPr id="31768" name="任意多边形 674840"/>
            <p:cNvSpPr/>
            <p:nvPr/>
          </p:nvSpPr>
          <p:spPr>
            <a:xfrm>
              <a:off x="2923" y="1680"/>
              <a:ext cx="1" cy="429"/>
            </a:xfrm>
            <a:custGeom>
              <a:avLst/>
              <a:gdLst/>
              <a:ahLst/>
              <a:cxnLst/>
              <a:rect l="0" t="0" r="0" b="0"/>
              <a:pathLst>
                <a:path w="1" h="429">
                  <a:moveTo>
                    <a:pt x="0" y="0"/>
                  </a:moveTo>
                  <a:lnTo>
                    <a:pt x="1" y="429"/>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sp>
          <p:nvSpPr>
            <p:cNvPr id="31769" name="任意多边形 674841"/>
            <p:cNvSpPr/>
            <p:nvPr/>
          </p:nvSpPr>
          <p:spPr>
            <a:xfrm>
              <a:off x="2921" y="1872"/>
              <a:ext cx="583" cy="1299"/>
            </a:xfrm>
            <a:custGeom>
              <a:avLst/>
              <a:gdLst/>
              <a:ahLst/>
              <a:cxnLst/>
              <a:rect l="0" t="0" r="0" b="0"/>
              <a:pathLst>
                <a:path w="583" h="1299">
                  <a:moveTo>
                    <a:pt x="0" y="0"/>
                  </a:moveTo>
                  <a:lnTo>
                    <a:pt x="583" y="0"/>
                  </a:lnTo>
                  <a:lnTo>
                    <a:pt x="583" y="1296"/>
                  </a:lnTo>
                  <a:lnTo>
                    <a:pt x="286" y="1299"/>
                  </a:lnTo>
                </a:path>
              </a:pathLst>
            </a:custGeom>
            <a:noFill/>
            <a:ln w="38100" cap="flat" cmpd="sng">
              <a:solidFill>
                <a:schemeClr val="folHlink"/>
              </a:solidFill>
              <a:prstDash val="solid"/>
              <a:round/>
              <a:headEnd type="oval" w="sm" len="sm"/>
              <a:tailEnd type="stealth" w="med" len="med"/>
            </a:ln>
          </p:spPr>
          <p:txBody>
            <a:bodyPr/>
            <a:lstStyle/>
            <a:p>
              <a:endParaRPr lang="zh-CN" altLang="en-US"/>
            </a:p>
          </p:txBody>
        </p:sp>
        <p:sp>
          <p:nvSpPr>
            <p:cNvPr id="31770" name="任意多边形 674842"/>
            <p:cNvSpPr/>
            <p:nvPr/>
          </p:nvSpPr>
          <p:spPr>
            <a:xfrm>
              <a:off x="288" y="2303"/>
              <a:ext cx="536" cy="1"/>
            </a:xfrm>
            <a:custGeom>
              <a:avLst/>
              <a:gdLst/>
              <a:ahLst/>
              <a:cxnLst/>
              <a:rect l="0" t="0" r="0" b="0"/>
              <a:pathLst>
                <a:path w="536" h="1">
                  <a:moveTo>
                    <a:pt x="0" y="1"/>
                  </a:moveTo>
                  <a:lnTo>
                    <a:pt x="536" y="0"/>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sp>
          <p:nvSpPr>
            <p:cNvPr id="31771" name="任意多边形 674843"/>
            <p:cNvSpPr/>
            <p:nvPr/>
          </p:nvSpPr>
          <p:spPr>
            <a:xfrm>
              <a:off x="1776" y="2304"/>
              <a:ext cx="650" cy="1"/>
            </a:xfrm>
            <a:custGeom>
              <a:avLst/>
              <a:gdLst/>
              <a:ahLst/>
              <a:cxnLst/>
              <a:rect l="0" t="0" r="0" b="0"/>
              <a:pathLst>
                <a:path w="650" h="1">
                  <a:moveTo>
                    <a:pt x="0" y="0"/>
                  </a:moveTo>
                  <a:lnTo>
                    <a:pt x="650" y="0"/>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sp>
          <p:nvSpPr>
            <p:cNvPr id="31772" name="任意多边形 674844"/>
            <p:cNvSpPr/>
            <p:nvPr/>
          </p:nvSpPr>
          <p:spPr>
            <a:xfrm>
              <a:off x="3216" y="2304"/>
              <a:ext cx="660" cy="1"/>
            </a:xfrm>
            <a:custGeom>
              <a:avLst/>
              <a:gdLst/>
              <a:ahLst/>
              <a:cxnLst/>
              <a:rect l="0" t="0" r="0" b="0"/>
              <a:pathLst>
                <a:path w="660" h="1">
                  <a:moveTo>
                    <a:pt x="0" y="0"/>
                  </a:moveTo>
                  <a:lnTo>
                    <a:pt x="660" y="0"/>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sp>
          <p:nvSpPr>
            <p:cNvPr id="31773" name="任意多边形 674845"/>
            <p:cNvSpPr/>
            <p:nvPr/>
          </p:nvSpPr>
          <p:spPr>
            <a:xfrm>
              <a:off x="4837" y="2304"/>
              <a:ext cx="368" cy="1"/>
            </a:xfrm>
            <a:custGeom>
              <a:avLst/>
              <a:gdLst/>
              <a:ahLst/>
              <a:cxnLst/>
              <a:rect l="0" t="0" r="0" b="0"/>
              <a:pathLst>
                <a:path w="368" h="1">
                  <a:moveTo>
                    <a:pt x="0" y="0"/>
                  </a:moveTo>
                  <a:lnTo>
                    <a:pt x="368" y="0"/>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grpSp>
      <p:sp>
        <p:nvSpPr>
          <p:cNvPr id="2" name="文本框 1"/>
          <p:cNvSpPr txBox="1"/>
          <p:nvPr>
            <p:custDataLst>
              <p:tags r:id="rId1"/>
            </p:custDataLst>
          </p:nvPr>
        </p:nvSpPr>
        <p:spPr>
          <a:xfrm>
            <a:off x="457200" y="6093460"/>
            <a:ext cx="4199890" cy="460375"/>
          </a:xfrm>
          <a:prstGeom prst="rect">
            <a:avLst/>
          </a:prstGeom>
          <a:noFill/>
        </p:spPr>
        <p:txBody>
          <a:bodyPr wrap="square" rtlCol="0">
            <a:spAutoFit/>
          </a:bodyPr>
          <a:lstStyle/>
          <a:p>
            <a:r>
              <a:rPr lang="zh-CN" b="1">
                <a:hlinkClick r:id="rId3" action="ppaction://hlinkfile"/>
              </a:rPr>
              <a:t>计算机主板结构</a:t>
            </a:r>
            <a:endParaRPr lang="zh-CN" b="1"/>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文本框 675841"/>
          <p:cNvSpPr txBox="1"/>
          <p:nvPr/>
        </p:nvSpPr>
        <p:spPr>
          <a:xfrm>
            <a:off x="487363" y="457200"/>
            <a:ext cx="6446837" cy="641350"/>
          </a:xfrm>
          <a:prstGeom prst="rect">
            <a:avLst/>
          </a:prstGeom>
          <a:noFill/>
          <a:ln w="9525">
            <a:noFill/>
          </a:ln>
        </p:spPr>
        <p:txBody>
          <a:bodyPr anchor="t" anchorCtr="0">
            <a:spAutoFit/>
          </a:bodyPr>
          <a:lstStyle/>
          <a:p>
            <a:pPr>
              <a:spcBef>
                <a:spcPct val="20000"/>
              </a:spcBef>
            </a:pPr>
            <a:r>
              <a:rPr lang="en-US" altLang="zh-CN" sz="3600" b="1" dirty="0">
                <a:latin typeface="宋体" panose="02010600030101010101" pitchFamily="2" charset="-122"/>
                <a:ea typeface="宋体" panose="02010600030101010101" pitchFamily="2" charset="-122"/>
              </a:rPr>
              <a:t>2</a:t>
            </a:r>
            <a:r>
              <a:rPr lang="zh-CN" altLang="en-US" sz="3600" b="1" dirty="0">
                <a:latin typeface="宋体" panose="02010600030101010101" pitchFamily="2" charset="-122"/>
                <a:ea typeface="宋体" panose="02010600030101010101" pitchFamily="2" charset="-122"/>
              </a:rPr>
              <a:t>、计算机硬件框图</a:t>
            </a:r>
          </a:p>
        </p:txBody>
      </p:sp>
      <p:sp>
        <p:nvSpPr>
          <p:cNvPr id="675843" name="矩形 675842"/>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1.1</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sp>
        <p:nvSpPr>
          <p:cNvPr id="675844" name="文本框 675843"/>
          <p:cNvSpPr txBox="1"/>
          <p:nvPr/>
        </p:nvSpPr>
        <p:spPr>
          <a:xfrm>
            <a:off x="898525" y="1390650"/>
            <a:ext cx="7016750" cy="579438"/>
          </a:xfrm>
          <a:prstGeom prst="rect">
            <a:avLst/>
          </a:prstGeom>
          <a:noFill/>
          <a:ln w="9525">
            <a:noFill/>
          </a:ln>
        </p:spPr>
        <p:txBody>
          <a:bodyPr wrap="none" anchor="t" anchorCtr="0">
            <a:spAutoFit/>
          </a:bodyPr>
          <a:lstStyle/>
          <a:p>
            <a:pPr>
              <a:spcBef>
                <a:spcPct val="20000"/>
              </a:spcBef>
            </a:pPr>
            <a:r>
              <a:rPr lang="en-US" altLang="zh-CN" sz="3200" b="1" dirty="0">
                <a:latin typeface="Times New Roman" panose="02020603050405020304" pitchFamily="18" charset="0"/>
                <a:ea typeface="宋体" panose="02010600030101010101" pitchFamily="2" charset="-122"/>
              </a:rPr>
              <a:t>1</a:t>
            </a:r>
            <a:r>
              <a:rPr lang="zh-CN" altLang="en-US" sz="3200" b="1" dirty="0">
                <a:latin typeface="Times New Roman" panose="02020603050405020304" pitchFamily="18" charset="0"/>
                <a:ea typeface="宋体" panose="02010600030101010101" pitchFamily="2" charset="-122"/>
              </a:rPr>
              <a:t>） 以存储器为中心的计算机硬件框图</a:t>
            </a:r>
          </a:p>
        </p:txBody>
      </p:sp>
      <p:grpSp>
        <p:nvGrpSpPr>
          <p:cNvPr id="675845" name="组合 675844"/>
          <p:cNvGrpSpPr/>
          <p:nvPr/>
        </p:nvGrpSpPr>
        <p:grpSpPr>
          <a:xfrm>
            <a:off x="228600" y="2373313"/>
            <a:ext cx="8626475" cy="4114800"/>
            <a:chOff x="144" y="1495"/>
            <a:chExt cx="5434" cy="2592"/>
          </a:xfrm>
        </p:grpSpPr>
        <p:grpSp>
          <p:nvGrpSpPr>
            <p:cNvPr id="32773" name="组合 675845"/>
            <p:cNvGrpSpPr/>
            <p:nvPr/>
          </p:nvGrpSpPr>
          <p:grpSpPr>
            <a:xfrm>
              <a:off x="144" y="1495"/>
              <a:ext cx="5434" cy="2592"/>
              <a:chOff x="144" y="1495"/>
              <a:chExt cx="5434" cy="2592"/>
            </a:xfrm>
          </p:grpSpPr>
          <p:sp>
            <p:nvSpPr>
              <p:cNvPr id="32774" name="矩形 675846"/>
              <p:cNvSpPr/>
              <p:nvPr/>
            </p:nvSpPr>
            <p:spPr>
              <a:xfrm>
                <a:off x="2205" y="3979"/>
                <a:ext cx="207" cy="108"/>
              </a:xfrm>
              <a:prstGeom prst="rect">
                <a:avLst/>
              </a:prstGeom>
              <a:noFill/>
              <a:ln w="952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2775" name="文本框 675847"/>
              <p:cNvSpPr txBox="1"/>
              <p:nvPr/>
            </p:nvSpPr>
            <p:spPr>
              <a:xfrm>
                <a:off x="144" y="2649"/>
                <a:ext cx="564" cy="327"/>
              </a:xfrm>
              <a:prstGeom prst="rect">
                <a:avLst/>
              </a:prstGeom>
              <a:noFill/>
              <a:ln w="9525">
                <a:noFill/>
              </a:ln>
            </p:spPr>
            <p:txBody>
              <a:bodyPr wrap="none"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程序</a:t>
                </a:r>
              </a:p>
            </p:txBody>
          </p:sp>
          <p:sp>
            <p:nvSpPr>
              <p:cNvPr id="32776" name="矩形 675848"/>
              <p:cNvSpPr/>
              <p:nvPr/>
            </p:nvSpPr>
            <p:spPr>
              <a:xfrm>
                <a:off x="4721" y="2748"/>
                <a:ext cx="857" cy="507"/>
              </a:xfrm>
              <a:prstGeom prst="rect">
                <a:avLst/>
              </a:prstGeom>
              <a:no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2777" name="矩形 675849"/>
              <p:cNvSpPr/>
              <p:nvPr/>
            </p:nvSpPr>
            <p:spPr>
              <a:xfrm>
                <a:off x="2448" y="2407"/>
                <a:ext cx="864" cy="377"/>
              </a:xfrm>
              <a:prstGeom prst="rect">
                <a:avLst/>
              </a:prstGeom>
              <a:noFill/>
              <a:ln w="25400" cap="flat" cmpd="sng">
                <a:solidFill>
                  <a:schemeClr val="folHlink"/>
                </a:solidFill>
                <a:prstDash val="solid"/>
                <a:miter/>
                <a:headEnd type="none" w="med" len="med"/>
                <a:tailEnd type="none" w="med" len="med"/>
              </a:ln>
            </p:spPr>
            <p:txBody>
              <a:bodyPr anchor="t" anchorCtr="0"/>
              <a:lstStyle/>
              <a:p>
                <a:pPr algn="ctr">
                  <a:spcBef>
                    <a:spcPct val="20000"/>
                  </a:spcBef>
                </a:pPr>
                <a:r>
                  <a:rPr lang="zh-CN" altLang="en-US" sz="2800" b="1" dirty="0">
                    <a:latin typeface="宋体" panose="02010600030101010101" pitchFamily="2" charset="-122"/>
                    <a:ea typeface="宋体" panose="02010600030101010101" pitchFamily="2" charset="-122"/>
                  </a:rPr>
                  <a:t>存储器</a:t>
                </a:r>
              </a:p>
            </p:txBody>
          </p:sp>
          <p:sp>
            <p:nvSpPr>
              <p:cNvPr id="32778" name="矩形 675850"/>
              <p:cNvSpPr/>
              <p:nvPr/>
            </p:nvSpPr>
            <p:spPr>
              <a:xfrm>
                <a:off x="3936" y="2400"/>
                <a:ext cx="1056" cy="384"/>
              </a:xfrm>
              <a:prstGeom prst="rect">
                <a:avLst/>
              </a:prstGeom>
              <a:noFill/>
              <a:ln w="25400" cap="flat" cmpd="sng">
                <a:solidFill>
                  <a:schemeClr val="folHlink"/>
                </a:solidFill>
                <a:prstDash val="solid"/>
                <a:miter/>
                <a:headEnd type="none" w="med" len="med"/>
                <a:tailEnd type="none" w="med" len="med"/>
              </a:ln>
            </p:spPr>
            <p:txBody>
              <a:bodyPr anchor="t" anchorCtr="0"/>
              <a:lstStyle/>
              <a:p>
                <a:pPr algn="ctr">
                  <a:spcBef>
                    <a:spcPct val="20000"/>
                  </a:spcBef>
                </a:pPr>
                <a:r>
                  <a:rPr lang="zh-CN" altLang="en-US" sz="2800" b="1" dirty="0">
                    <a:latin typeface="宋体" panose="02010600030101010101" pitchFamily="2" charset="-122"/>
                    <a:ea typeface="宋体" panose="02010600030101010101" pitchFamily="2" charset="-122"/>
                  </a:rPr>
                  <a:t>输出设备</a:t>
                </a:r>
              </a:p>
            </p:txBody>
          </p:sp>
          <p:sp>
            <p:nvSpPr>
              <p:cNvPr id="32779" name="矩形 675851"/>
              <p:cNvSpPr/>
              <p:nvPr/>
            </p:nvSpPr>
            <p:spPr>
              <a:xfrm>
                <a:off x="768" y="2400"/>
                <a:ext cx="1056" cy="384"/>
              </a:xfrm>
              <a:prstGeom prst="rect">
                <a:avLst/>
              </a:prstGeom>
              <a:noFill/>
              <a:ln w="28575" cap="flat" cmpd="sng">
                <a:solidFill>
                  <a:schemeClr val="folHlink"/>
                </a:solidFill>
                <a:prstDash val="solid"/>
                <a:miter/>
                <a:headEnd type="none" w="med" len="med"/>
                <a:tailEnd type="none" w="med" len="med"/>
              </a:ln>
            </p:spPr>
            <p:txBody>
              <a:bodyPr anchor="t" anchorCtr="0"/>
              <a:lstStyle/>
              <a:p>
                <a:pPr algn="ctr">
                  <a:spcBef>
                    <a:spcPct val="20000"/>
                  </a:spcBef>
                </a:pPr>
                <a:r>
                  <a:rPr lang="zh-CN" altLang="en-US" sz="2800" b="1" dirty="0">
                    <a:latin typeface="宋体" panose="02010600030101010101" pitchFamily="2" charset="-122"/>
                    <a:ea typeface="宋体" panose="02010600030101010101" pitchFamily="2" charset="-122"/>
                  </a:rPr>
                  <a:t>输入设备</a:t>
                </a:r>
              </a:p>
            </p:txBody>
          </p:sp>
          <p:sp>
            <p:nvSpPr>
              <p:cNvPr id="32780" name="矩形 675852"/>
              <p:cNvSpPr/>
              <p:nvPr/>
            </p:nvSpPr>
            <p:spPr>
              <a:xfrm>
                <a:off x="2448" y="3312"/>
                <a:ext cx="864" cy="377"/>
              </a:xfrm>
              <a:prstGeom prst="rect">
                <a:avLst/>
              </a:prstGeom>
              <a:noFill/>
              <a:ln w="25400" cap="flat" cmpd="sng">
                <a:solidFill>
                  <a:schemeClr val="folHlink"/>
                </a:solidFill>
                <a:prstDash val="solid"/>
                <a:miter/>
                <a:headEnd type="none" w="med" len="med"/>
                <a:tailEnd type="none" w="med" len="med"/>
              </a:ln>
            </p:spPr>
            <p:txBody>
              <a:bodyPr anchor="t" anchorCtr="0"/>
              <a:lstStyle/>
              <a:p>
                <a:pPr algn="ctr">
                  <a:spcBef>
                    <a:spcPct val="20000"/>
                  </a:spcBef>
                </a:pPr>
                <a:r>
                  <a:rPr lang="zh-CN" altLang="en-US" sz="2800" b="1" dirty="0">
                    <a:latin typeface="宋体" panose="02010600030101010101" pitchFamily="2" charset="-122"/>
                    <a:ea typeface="宋体" panose="02010600030101010101" pitchFamily="2" charset="-122"/>
                  </a:rPr>
                  <a:t>运算器</a:t>
                </a:r>
              </a:p>
            </p:txBody>
          </p:sp>
          <p:sp>
            <p:nvSpPr>
              <p:cNvPr id="32781" name="矩形 675853"/>
              <p:cNvSpPr/>
              <p:nvPr/>
            </p:nvSpPr>
            <p:spPr>
              <a:xfrm>
                <a:off x="2448" y="1495"/>
                <a:ext cx="864" cy="377"/>
              </a:xfrm>
              <a:prstGeom prst="rect">
                <a:avLst/>
              </a:prstGeom>
              <a:noFill/>
              <a:ln w="25400" cap="flat" cmpd="sng">
                <a:solidFill>
                  <a:schemeClr val="folHlink"/>
                </a:solidFill>
                <a:prstDash val="solid"/>
                <a:miter/>
                <a:headEnd type="none" w="med" len="med"/>
                <a:tailEnd type="none" w="med" len="med"/>
              </a:ln>
            </p:spPr>
            <p:txBody>
              <a:bodyPr anchor="t" anchorCtr="0"/>
              <a:lstStyle/>
              <a:p>
                <a:pPr algn="ctr">
                  <a:spcBef>
                    <a:spcPct val="20000"/>
                  </a:spcBef>
                </a:pPr>
                <a:r>
                  <a:rPr lang="zh-CN" altLang="en-US" sz="2800" b="1" dirty="0">
                    <a:latin typeface="宋体" panose="02010600030101010101" pitchFamily="2" charset="-122"/>
                    <a:ea typeface="宋体" panose="02010600030101010101" pitchFamily="2" charset="-122"/>
                  </a:rPr>
                  <a:t>控制器</a:t>
                </a:r>
              </a:p>
            </p:txBody>
          </p:sp>
          <p:sp>
            <p:nvSpPr>
              <p:cNvPr id="32782" name="右箭头 675854"/>
              <p:cNvSpPr/>
              <p:nvPr/>
            </p:nvSpPr>
            <p:spPr>
              <a:xfrm>
                <a:off x="185" y="2491"/>
                <a:ext cx="576" cy="192"/>
              </a:xfrm>
              <a:prstGeom prst="rightArrow">
                <a:avLst>
                  <a:gd name="adj1" fmla="val 50000"/>
                  <a:gd name="adj2" fmla="val 75000"/>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2783" name="右箭头 675855"/>
              <p:cNvSpPr/>
              <p:nvPr/>
            </p:nvSpPr>
            <p:spPr>
              <a:xfrm>
                <a:off x="1824" y="2496"/>
                <a:ext cx="613" cy="192"/>
              </a:xfrm>
              <a:prstGeom prst="rightArrow">
                <a:avLst>
                  <a:gd name="adj1" fmla="val 50000"/>
                  <a:gd name="adj2" fmla="val 79773"/>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2784" name="右箭头 675856"/>
              <p:cNvSpPr/>
              <p:nvPr/>
            </p:nvSpPr>
            <p:spPr>
              <a:xfrm>
                <a:off x="3312" y="2496"/>
                <a:ext cx="615" cy="192"/>
              </a:xfrm>
              <a:prstGeom prst="rightArrow">
                <a:avLst>
                  <a:gd name="adj1" fmla="val 50000"/>
                  <a:gd name="adj2" fmla="val 80033"/>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2785" name="右箭头 675857"/>
              <p:cNvSpPr/>
              <p:nvPr/>
            </p:nvSpPr>
            <p:spPr>
              <a:xfrm>
                <a:off x="4992" y="2496"/>
                <a:ext cx="576" cy="192"/>
              </a:xfrm>
              <a:prstGeom prst="rightArrow">
                <a:avLst>
                  <a:gd name="adj1" fmla="val 50000"/>
                  <a:gd name="adj2" fmla="val 75000"/>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2786" name="任意多边形 675858"/>
              <p:cNvSpPr/>
              <p:nvPr/>
            </p:nvSpPr>
            <p:spPr>
              <a:xfrm>
                <a:off x="2016" y="1776"/>
                <a:ext cx="435" cy="768"/>
              </a:xfrm>
              <a:custGeom>
                <a:avLst/>
                <a:gdLst/>
                <a:ahLst/>
                <a:cxnLst/>
                <a:rect l="0" t="0" r="0" b="0"/>
                <a:pathLst>
                  <a:path w="435" h="742">
                    <a:moveTo>
                      <a:pt x="0" y="742"/>
                    </a:moveTo>
                    <a:lnTo>
                      <a:pt x="0" y="1"/>
                    </a:lnTo>
                    <a:lnTo>
                      <a:pt x="435" y="0"/>
                    </a:lnTo>
                  </a:path>
                </a:pathLst>
              </a:custGeom>
              <a:noFill/>
              <a:ln w="38100" cap="flat" cmpd="sng">
                <a:solidFill>
                  <a:schemeClr val="folHlink"/>
                </a:solidFill>
                <a:prstDash val="solid"/>
                <a:round/>
                <a:headEnd type="none" w="med" len="med"/>
                <a:tailEnd type="none" w="med" len="med"/>
              </a:ln>
            </p:spPr>
            <p:txBody>
              <a:bodyPr/>
              <a:lstStyle/>
              <a:p>
                <a:endParaRPr lang="zh-CN" altLang="en-US"/>
              </a:p>
            </p:txBody>
          </p:sp>
          <p:sp>
            <p:nvSpPr>
              <p:cNvPr id="32787" name="直接连接符 675859"/>
              <p:cNvSpPr/>
              <p:nvPr/>
            </p:nvSpPr>
            <p:spPr>
              <a:xfrm flipV="1">
                <a:off x="2640" y="1872"/>
                <a:ext cx="0" cy="528"/>
              </a:xfrm>
              <a:prstGeom prst="line">
                <a:avLst/>
              </a:prstGeom>
              <a:ln w="38100" cap="flat" cmpd="sng">
                <a:solidFill>
                  <a:schemeClr val="folHlink"/>
                </a:solidFill>
                <a:prstDash val="dash"/>
                <a:round/>
                <a:headEnd type="none" w="med" len="med"/>
                <a:tailEnd type="stealth" w="med" len="med"/>
              </a:ln>
            </p:spPr>
          </p:sp>
          <p:sp>
            <p:nvSpPr>
              <p:cNvPr id="32788" name="直接连接符 675860"/>
              <p:cNvSpPr/>
              <p:nvPr/>
            </p:nvSpPr>
            <p:spPr>
              <a:xfrm rot="-10800000" flipV="1">
                <a:off x="3072" y="1872"/>
                <a:ext cx="0" cy="528"/>
              </a:xfrm>
              <a:prstGeom prst="line">
                <a:avLst/>
              </a:prstGeom>
              <a:ln w="38100" cap="flat" cmpd="sng">
                <a:solidFill>
                  <a:schemeClr val="folHlink"/>
                </a:solidFill>
                <a:prstDash val="solid"/>
                <a:round/>
                <a:headEnd type="none" w="med" len="med"/>
                <a:tailEnd type="stealth" w="med" len="med"/>
              </a:ln>
            </p:spPr>
          </p:sp>
          <p:sp>
            <p:nvSpPr>
              <p:cNvPr id="32789" name="上箭头 675861"/>
              <p:cNvSpPr/>
              <p:nvPr/>
            </p:nvSpPr>
            <p:spPr>
              <a:xfrm>
                <a:off x="2784" y="1872"/>
                <a:ext cx="144" cy="528"/>
              </a:xfrm>
              <a:prstGeom prst="upArrow">
                <a:avLst>
                  <a:gd name="adj1" fmla="val 50000"/>
                  <a:gd name="adj2" fmla="val 91615"/>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2790" name="任意多边形 675862"/>
              <p:cNvSpPr/>
              <p:nvPr/>
            </p:nvSpPr>
            <p:spPr>
              <a:xfrm>
                <a:off x="2016" y="2640"/>
                <a:ext cx="432" cy="864"/>
              </a:xfrm>
              <a:custGeom>
                <a:avLst/>
                <a:gdLst/>
                <a:ahLst/>
                <a:cxnLst/>
                <a:rect l="0" t="0" r="0" b="0"/>
                <a:pathLst>
                  <a:path w="432" h="912">
                    <a:moveTo>
                      <a:pt x="0" y="0"/>
                    </a:moveTo>
                    <a:lnTo>
                      <a:pt x="0" y="912"/>
                    </a:lnTo>
                    <a:lnTo>
                      <a:pt x="432" y="912"/>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sp>
            <p:nvSpPr>
              <p:cNvPr id="32791" name="上箭头 675863"/>
              <p:cNvSpPr/>
              <p:nvPr/>
            </p:nvSpPr>
            <p:spPr>
              <a:xfrm>
                <a:off x="2976" y="2784"/>
                <a:ext cx="144" cy="528"/>
              </a:xfrm>
              <a:prstGeom prst="upArrow">
                <a:avLst>
                  <a:gd name="adj1" fmla="val 50000"/>
                  <a:gd name="adj2" fmla="val 91615"/>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2792" name="上箭头 675864"/>
              <p:cNvSpPr/>
              <p:nvPr/>
            </p:nvSpPr>
            <p:spPr>
              <a:xfrm rot="10800000">
                <a:off x="2592" y="2784"/>
                <a:ext cx="144" cy="521"/>
              </a:xfrm>
              <a:prstGeom prst="upArrow">
                <a:avLst>
                  <a:gd name="adj1" fmla="val 50000"/>
                  <a:gd name="adj2" fmla="val 90401"/>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2793" name="任意多边形 675865"/>
              <p:cNvSpPr/>
              <p:nvPr/>
            </p:nvSpPr>
            <p:spPr>
              <a:xfrm>
                <a:off x="3312" y="2640"/>
                <a:ext cx="288" cy="864"/>
              </a:xfrm>
              <a:custGeom>
                <a:avLst/>
                <a:gdLst/>
                <a:ahLst/>
                <a:cxnLst/>
                <a:rect l="0" t="0" r="0" b="0"/>
                <a:pathLst>
                  <a:path w="288" h="864">
                    <a:moveTo>
                      <a:pt x="0" y="864"/>
                    </a:moveTo>
                    <a:lnTo>
                      <a:pt x="288" y="864"/>
                    </a:lnTo>
                    <a:lnTo>
                      <a:pt x="288" y="0"/>
                    </a:lnTo>
                  </a:path>
                </a:pathLst>
              </a:custGeom>
              <a:noFill/>
              <a:ln w="38100" cap="flat" cmpd="sng">
                <a:solidFill>
                  <a:schemeClr val="folHlink"/>
                </a:solidFill>
                <a:prstDash val="dash"/>
                <a:round/>
                <a:headEnd type="none" w="med" len="med"/>
                <a:tailEnd type="none" w="med" len="med"/>
              </a:ln>
            </p:spPr>
            <p:txBody>
              <a:bodyPr/>
              <a:lstStyle/>
              <a:p>
                <a:endParaRPr lang="zh-CN" altLang="en-US"/>
              </a:p>
            </p:txBody>
          </p:sp>
          <p:sp>
            <p:nvSpPr>
              <p:cNvPr id="32794" name="任意多边形 675866"/>
              <p:cNvSpPr/>
              <p:nvPr/>
            </p:nvSpPr>
            <p:spPr>
              <a:xfrm>
                <a:off x="3312" y="1776"/>
                <a:ext cx="288" cy="768"/>
              </a:xfrm>
              <a:custGeom>
                <a:avLst/>
                <a:gdLst/>
                <a:ahLst/>
                <a:cxnLst/>
                <a:rect l="0" t="0" r="0" b="0"/>
                <a:pathLst>
                  <a:path w="288" h="720">
                    <a:moveTo>
                      <a:pt x="288" y="720"/>
                    </a:moveTo>
                    <a:lnTo>
                      <a:pt x="288" y="0"/>
                    </a:lnTo>
                    <a:lnTo>
                      <a:pt x="0" y="0"/>
                    </a:lnTo>
                  </a:path>
                </a:pathLst>
              </a:custGeom>
              <a:noFill/>
              <a:ln w="38100" cap="flat" cmpd="sng">
                <a:solidFill>
                  <a:schemeClr val="folHlink"/>
                </a:solidFill>
                <a:prstDash val="dash"/>
                <a:round/>
                <a:headEnd type="none" w="med" len="med"/>
                <a:tailEnd type="stealth" w="med" len="med"/>
              </a:ln>
            </p:spPr>
            <p:txBody>
              <a:bodyPr/>
              <a:lstStyle/>
              <a:p>
                <a:endParaRPr lang="zh-CN" altLang="en-US"/>
              </a:p>
            </p:txBody>
          </p:sp>
          <p:sp>
            <p:nvSpPr>
              <p:cNvPr id="32795" name="任意多边形 675867"/>
              <p:cNvSpPr/>
              <p:nvPr/>
            </p:nvSpPr>
            <p:spPr>
              <a:xfrm>
                <a:off x="1488" y="1680"/>
                <a:ext cx="960" cy="720"/>
              </a:xfrm>
              <a:custGeom>
                <a:avLst/>
                <a:gdLst/>
                <a:ahLst/>
                <a:cxnLst/>
                <a:rect l="0" t="0" r="0" b="0"/>
                <a:pathLst>
                  <a:path w="960" h="672">
                    <a:moveTo>
                      <a:pt x="0" y="672"/>
                    </a:moveTo>
                    <a:lnTo>
                      <a:pt x="0" y="0"/>
                    </a:lnTo>
                    <a:lnTo>
                      <a:pt x="960" y="0"/>
                    </a:lnTo>
                  </a:path>
                </a:pathLst>
              </a:custGeom>
              <a:noFill/>
              <a:ln w="38100" cap="flat" cmpd="sng">
                <a:solidFill>
                  <a:schemeClr val="folHlink"/>
                </a:solidFill>
                <a:prstDash val="dash"/>
                <a:round/>
                <a:headEnd type="none" w="med" len="med"/>
                <a:tailEnd type="stealth" w="med" len="med"/>
              </a:ln>
            </p:spPr>
            <p:txBody>
              <a:bodyPr/>
              <a:lstStyle/>
              <a:p>
                <a:endParaRPr lang="zh-CN" altLang="en-US"/>
              </a:p>
            </p:txBody>
          </p:sp>
          <p:sp>
            <p:nvSpPr>
              <p:cNvPr id="32796" name="任意多边形 675868"/>
              <p:cNvSpPr/>
              <p:nvPr/>
            </p:nvSpPr>
            <p:spPr>
              <a:xfrm>
                <a:off x="1104" y="1584"/>
                <a:ext cx="1344" cy="816"/>
              </a:xfrm>
              <a:custGeom>
                <a:avLst/>
                <a:gdLst/>
                <a:ahLst/>
                <a:cxnLst/>
                <a:rect l="0" t="0" r="0" b="0"/>
                <a:pathLst>
                  <a:path w="1344" h="864">
                    <a:moveTo>
                      <a:pt x="1344" y="0"/>
                    </a:moveTo>
                    <a:lnTo>
                      <a:pt x="0" y="0"/>
                    </a:lnTo>
                    <a:lnTo>
                      <a:pt x="0" y="864"/>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sp>
            <p:nvSpPr>
              <p:cNvPr id="32797" name="任意多边形 675869"/>
              <p:cNvSpPr/>
              <p:nvPr/>
            </p:nvSpPr>
            <p:spPr>
              <a:xfrm>
                <a:off x="3312" y="1680"/>
                <a:ext cx="912" cy="720"/>
              </a:xfrm>
              <a:custGeom>
                <a:avLst/>
                <a:gdLst/>
                <a:ahLst/>
                <a:cxnLst/>
                <a:rect l="0" t="0" r="0" b="0"/>
                <a:pathLst>
                  <a:path w="960" h="720">
                    <a:moveTo>
                      <a:pt x="960" y="720"/>
                    </a:moveTo>
                    <a:lnTo>
                      <a:pt x="960" y="0"/>
                    </a:lnTo>
                    <a:lnTo>
                      <a:pt x="0" y="0"/>
                    </a:lnTo>
                  </a:path>
                </a:pathLst>
              </a:custGeom>
              <a:noFill/>
              <a:ln w="38100" cap="flat" cmpd="sng">
                <a:solidFill>
                  <a:schemeClr val="folHlink"/>
                </a:solidFill>
                <a:prstDash val="dash"/>
                <a:round/>
                <a:headEnd type="none" w="med" len="med"/>
                <a:tailEnd type="stealth" w="med" len="med"/>
              </a:ln>
            </p:spPr>
            <p:txBody>
              <a:bodyPr/>
              <a:lstStyle/>
              <a:p>
                <a:endParaRPr lang="zh-CN" altLang="en-US"/>
              </a:p>
            </p:txBody>
          </p:sp>
          <p:sp>
            <p:nvSpPr>
              <p:cNvPr id="32798" name="任意多边形 675870"/>
              <p:cNvSpPr/>
              <p:nvPr/>
            </p:nvSpPr>
            <p:spPr>
              <a:xfrm>
                <a:off x="3312" y="1584"/>
                <a:ext cx="1296" cy="816"/>
              </a:xfrm>
              <a:custGeom>
                <a:avLst/>
                <a:gdLst/>
                <a:ahLst/>
                <a:cxnLst/>
                <a:rect l="0" t="0" r="0" b="0"/>
                <a:pathLst>
                  <a:path w="1296" h="816">
                    <a:moveTo>
                      <a:pt x="0" y="0"/>
                    </a:moveTo>
                    <a:lnTo>
                      <a:pt x="1296" y="0"/>
                    </a:lnTo>
                    <a:lnTo>
                      <a:pt x="1296" y="816"/>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sp>
            <p:nvSpPr>
              <p:cNvPr id="32799" name="文本框 675871"/>
              <p:cNvSpPr txBox="1"/>
              <p:nvPr/>
            </p:nvSpPr>
            <p:spPr>
              <a:xfrm>
                <a:off x="144" y="2172"/>
                <a:ext cx="566" cy="327"/>
              </a:xfrm>
              <a:prstGeom prst="rect">
                <a:avLst/>
              </a:prstGeom>
              <a:noFill/>
              <a:ln w="9525">
                <a:noFill/>
              </a:ln>
            </p:spPr>
            <p:txBody>
              <a:bodyPr wrap="none"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数据</a:t>
                </a:r>
              </a:p>
            </p:txBody>
          </p:sp>
          <p:sp>
            <p:nvSpPr>
              <p:cNvPr id="32800" name="文本框 675872"/>
              <p:cNvSpPr txBox="1"/>
              <p:nvPr/>
            </p:nvSpPr>
            <p:spPr>
              <a:xfrm>
                <a:off x="4944" y="2649"/>
                <a:ext cx="566" cy="327"/>
              </a:xfrm>
              <a:prstGeom prst="rect">
                <a:avLst/>
              </a:prstGeom>
              <a:noFill/>
              <a:ln w="9525">
                <a:noFill/>
              </a:ln>
            </p:spPr>
            <p:txBody>
              <a:bodyPr wrap="none"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结果</a:t>
                </a:r>
              </a:p>
            </p:txBody>
          </p:sp>
          <p:sp>
            <p:nvSpPr>
              <p:cNvPr id="32801" name="文本框 675873"/>
              <p:cNvSpPr txBox="1"/>
              <p:nvPr/>
            </p:nvSpPr>
            <p:spPr>
              <a:xfrm>
                <a:off x="4944" y="2172"/>
                <a:ext cx="566" cy="327"/>
              </a:xfrm>
              <a:prstGeom prst="rect">
                <a:avLst/>
              </a:prstGeom>
              <a:noFill/>
              <a:ln w="9525">
                <a:noFill/>
              </a:ln>
            </p:spPr>
            <p:txBody>
              <a:bodyPr wrap="none"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计算</a:t>
                </a:r>
              </a:p>
            </p:txBody>
          </p:sp>
        </p:grpSp>
        <p:sp>
          <p:nvSpPr>
            <p:cNvPr id="32802" name="任意多边形 675874"/>
            <p:cNvSpPr/>
            <p:nvPr/>
          </p:nvSpPr>
          <p:spPr>
            <a:xfrm>
              <a:off x="183" y="2547"/>
              <a:ext cx="1" cy="78"/>
            </a:xfrm>
            <a:custGeom>
              <a:avLst/>
              <a:gdLst/>
              <a:ahLst/>
              <a:cxnLst/>
              <a:rect l="0" t="0" r="0" b="0"/>
              <a:pathLst>
                <a:path w="1" h="78">
                  <a:moveTo>
                    <a:pt x="0" y="0"/>
                  </a:moveTo>
                  <a:lnTo>
                    <a:pt x="0" y="78"/>
                  </a:lnTo>
                </a:path>
              </a:pathLst>
            </a:custGeom>
            <a:noFill/>
            <a:ln w="38100" cap="flat" cmpd="sng">
              <a:solidFill>
                <a:srgbClr val="0033D8"/>
              </a:solidFill>
              <a:prstDash val="solid"/>
              <a:round/>
              <a:headEnd type="none" w="med" len="med"/>
              <a:tailEnd type="none" w="med" len="med"/>
            </a:ln>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5844"/>
                                        </p:tgtEl>
                                        <p:attrNameLst>
                                          <p:attrName>style.visibility</p:attrName>
                                        </p:attrNameLst>
                                      </p:cBhvr>
                                      <p:to>
                                        <p:strVal val="visible"/>
                                      </p:to>
                                    </p:set>
                                    <p:animEffect transition="in" filter="blinds(horizontal)">
                                      <p:cBhvr>
                                        <p:cTn id="7" dur="500"/>
                                        <p:tgtEl>
                                          <p:spTgt spid="67584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675845"/>
                                        </p:tgtEl>
                                        <p:attrNameLst>
                                          <p:attrName>style.visibility</p:attrName>
                                        </p:attrNameLst>
                                      </p:cBhvr>
                                      <p:to>
                                        <p:strVal val="visible"/>
                                      </p:to>
                                    </p:set>
                                    <p:animEffect transition="in" filter="barn(outVertical)">
                                      <p:cBhvr>
                                        <p:cTn id="12" dur="500"/>
                                        <p:tgtEl>
                                          <p:spTgt spid="67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4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文本框 4"/>
          <p:cNvSpPr txBox="1"/>
          <p:nvPr>
            <p:custDataLst>
              <p:tags r:id="rId2"/>
            </p:custDataLst>
          </p:nvPr>
        </p:nvSpPr>
        <p:spPr>
          <a:xfrm>
            <a:off x="914400" y="635000"/>
            <a:ext cx="7315200" cy="2143125"/>
          </a:xfrm>
          <a:prstGeom prst="rect">
            <a:avLst/>
          </a:prstGeom>
          <a:noFill/>
          <a:ln w="9525">
            <a:noFill/>
          </a:ln>
        </p:spPr>
        <p:txBody>
          <a:bodyPr wrap="square" anchor="ctr" anchorCtr="0"/>
          <a:lstStyle/>
          <a:p>
            <a:r>
              <a:rPr lang="zh-CN" altLang="en-US" sz="2600">
                <a:solidFill>
                  <a:srgbClr val="000000"/>
                </a:solidFill>
                <a:latin typeface="微软雅黑" panose="020B0503020204020204" charset="-122"/>
                <a:ea typeface="微软雅黑" panose="020B0503020204020204" charset="-122"/>
              </a:rPr>
              <a:t>冯·诺依曼机工作的基本方式的特点是______。</a:t>
            </a:r>
          </a:p>
          <a:p>
            <a:endParaRPr lang="zh-CN" altLang="en-US" sz="2600">
              <a:solidFill>
                <a:srgbClr val="000000"/>
              </a:solidFill>
              <a:latin typeface="微软雅黑" panose="020B0503020204020204" charset="-122"/>
              <a:ea typeface="微软雅黑" panose="020B0503020204020204" charset="-122"/>
            </a:endParaRPr>
          </a:p>
        </p:txBody>
      </p:sp>
      <p:sp>
        <p:nvSpPr>
          <p:cNvPr id="33794" name="文本框 5"/>
          <p:cNvSpPr txBox="1"/>
          <p:nvPr>
            <p:custDataLst>
              <p:tags r:id="rId3"/>
            </p:custDataLst>
          </p:nvPr>
        </p:nvSpPr>
        <p:spPr>
          <a:xfrm>
            <a:off x="1828800" y="2786063"/>
            <a:ext cx="6400800" cy="642937"/>
          </a:xfrm>
          <a:prstGeom prst="rect">
            <a:avLst/>
          </a:prstGeom>
          <a:noFill/>
          <a:ln w="9525">
            <a:noFill/>
          </a:ln>
        </p:spPr>
        <p:txBody>
          <a:bodyPr wrap="square" anchor="ctr" anchorCtr="0"/>
          <a:lstStyle/>
          <a:p>
            <a:r>
              <a:rPr lang="zh-CN" altLang="en-US" sz="2600">
                <a:solidFill>
                  <a:srgbClr val="000000"/>
                </a:solidFill>
                <a:latin typeface="微软雅黑" panose="020B0503020204020204" charset="-122"/>
                <a:ea typeface="微软雅黑" panose="020B0503020204020204" charset="-122"/>
              </a:rPr>
              <a:t>多指令流单数据流</a:t>
            </a:r>
          </a:p>
        </p:txBody>
      </p:sp>
      <p:sp>
        <p:nvSpPr>
          <p:cNvPr id="33795" name="文本框 6"/>
          <p:cNvSpPr txBox="1"/>
          <p:nvPr>
            <p:custDataLst>
              <p:tags r:id="rId4"/>
            </p:custDataLst>
          </p:nvPr>
        </p:nvSpPr>
        <p:spPr>
          <a:xfrm>
            <a:off x="1828800" y="3643313"/>
            <a:ext cx="6400800" cy="642937"/>
          </a:xfrm>
          <a:prstGeom prst="rect">
            <a:avLst/>
          </a:prstGeom>
          <a:noFill/>
          <a:ln w="9525">
            <a:noFill/>
          </a:ln>
        </p:spPr>
        <p:txBody>
          <a:bodyPr wrap="square" anchor="ctr" anchorCtr="0"/>
          <a:lstStyle/>
          <a:p>
            <a:r>
              <a:rPr lang="zh-CN" altLang="en-US" sz="2600">
                <a:solidFill>
                  <a:srgbClr val="000000"/>
                </a:solidFill>
                <a:latin typeface="微软雅黑" panose="020B0503020204020204" charset="-122"/>
                <a:ea typeface="微软雅黑" panose="020B0503020204020204" charset="-122"/>
              </a:rPr>
              <a:t>按地址访问并顺序执行指令</a:t>
            </a:r>
          </a:p>
        </p:txBody>
      </p:sp>
      <p:sp>
        <p:nvSpPr>
          <p:cNvPr id="33796" name="文本框 7"/>
          <p:cNvSpPr txBox="1"/>
          <p:nvPr>
            <p:custDataLst>
              <p:tags r:id="rId5"/>
            </p:custDataLst>
          </p:nvPr>
        </p:nvSpPr>
        <p:spPr>
          <a:xfrm>
            <a:off x="1828800" y="4500563"/>
            <a:ext cx="6400800" cy="642937"/>
          </a:xfrm>
          <a:prstGeom prst="rect">
            <a:avLst/>
          </a:prstGeom>
          <a:noFill/>
          <a:ln w="9525">
            <a:noFill/>
          </a:ln>
        </p:spPr>
        <p:txBody>
          <a:bodyPr wrap="square" anchor="ctr" anchorCtr="0"/>
          <a:lstStyle/>
          <a:p>
            <a:r>
              <a:rPr lang="zh-CN" altLang="en-US" sz="2600">
                <a:solidFill>
                  <a:srgbClr val="000000"/>
                </a:solidFill>
                <a:latin typeface="微软雅黑" panose="020B0503020204020204" charset="-122"/>
                <a:ea typeface="微软雅黑" panose="020B0503020204020204" charset="-122"/>
              </a:rPr>
              <a:t>堆栈操作</a:t>
            </a:r>
          </a:p>
        </p:txBody>
      </p:sp>
      <p:sp>
        <p:nvSpPr>
          <p:cNvPr id="33797" name="文本框 8"/>
          <p:cNvSpPr txBox="1"/>
          <p:nvPr>
            <p:custDataLst>
              <p:tags r:id="rId6"/>
            </p:custDataLst>
          </p:nvPr>
        </p:nvSpPr>
        <p:spPr>
          <a:xfrm>
            <a:off x="1828800" y="5357813"/>
            <a:ext cx="6400800" cy="642937"/>
          </a:xfrm>
          <a:prstGeom prst="rect">
            <a:avLst/>
          </a:prstGeom>
          <a:noFill/>
          <a:ln w="9525">
            <a:noFill/>
          </a:ln>
        </p:spPr>
        <p:txBody>
          <a:bodyPr wrap="square" anchor="ctr" anchorCtr="0"/>
          <a:lstStyle/>
          <a:p>
            <a:r>
              <a:rPr lang="zh-CN" altLang="en-US" sz="2600">
                <a:solidFill>
                  <a:srgbClr val="000000"/>
                </a:solidFill>
                <a:latin typeface="微软雅黑" panose="020B0503020204020204" charset="-122"/>
                <a:ea typeface="微软雅黑" panose="020B0503020204020204" charset="-122"/>
              </a:rPr>
              <a:t>存贮器按内容选择地址</a:t>
            </a:r>
          </a:p>
        </p:txBody>
      </p:sp>
      <p:sp>
        <p:nvSpPr>
          <p:cNvPr id="10" name="椭圆 9"/>
          <p:cNvSpPr>
            <a:spLocks noChangeAspect="1"/>
          </p:cNvSpPr>
          <p:nvPr>
            <p:custDataLst>
              <p:tags r:id="rId7"/>
            </p:custDataLst>
          </p:nvPr>
        </p:nvSpPr>
        <p:spPr>
          <a:xfrm>
            <a:off x="1114425" y="2849563"/>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fontAlgn="base"/>
            <a:r>
              <a:rPr lang="zh-CN" altLang="en-US" sz="1600" strike="noStrike" noProof="1">
                <a:solidFill>
                  <a:srgbClr val="FFFFFF"/>
                </a:solidFill>
                <a:latin typeface="微软雅黑" panose="020B0503020204020204" charset="-122"/>
                <a:ea typeface="微软雅黑" panose="020B0503020204020204" charset="-122"/>
              </a:rPr>
              <a:t>A</a:t>
            </a:r>
          </a:p>
        </p:txBody>
      </p:sp>
      <p:sp>
        <p:nvSpPr>
          <p:cNvPr id="11" name="椭圆 10"/>
          <p:cNvSpPr>
            <a:spLocks noChangeAspect="1"/>
          </p:cNvSpPr>
          <p:nvPr>
            <p:custDataLst>
              <p:tags r:id="rId8"/>
            </p:custDataLst>
          </p:nvPr>
        </p:nvSpPr>
        <p:spPr>
          <a:xfrm>
            <a:off x="1114425" y="3706813"/>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fontAlgn="base"/>
            <a:r>
              <a:rPr lang="zh-CN" altLang="en-US" sz="1600" strike="noStrike" noProof="1">
                <a:solidFill>
                  <a:srgbClr val="FFFFFF"/>
                </a:solidFill>
                <a:latin typeface="微软雅黑" panose="020B0503020204020204" charset="-122"/>
                <a:ea typeface="微软雅黑" panose="020B0503020204020204" charset="-122"/>
              </a:rPr>
              <a:t>B</a:t>
            </a:r>
          </a:p>
        </p:txBody>
      </p:sp>
      <p:sp>
        <p:nvSpPr>
          <p:cNvPr id="12" name="椭圆 11"/>
          <p:cNvSpPr>
            <a:spLocks noChangeAspect="1"/>
          </p:cNvSpPr>
          <p:nvPr>
            <p:custDataLst>
              <p:tags r:id="rId9"/>
            </p:custDataLst>
          </p:nvPr>
        </p:nvSpPr>
        <p:spPr>
          <a:xfrm>
            <a:off x="1114425" y="4564063"/>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fontAlgn="base"/>
            <a:r>
              <a:rPr lang="zh-CN" altLang="en-US" sz="1600" strike="noStrike" noProof="1">
                <a:solidFill>
                  <a:srgbClr val="FFFFFF"/>
                </a:solidFill>
                <a:latin typeface="微软雅黑" panose="020B0503020204020204" charset="-122"/>
                <a:ea typeface="微软雅黑" panose="020B0503020204020204" charset="-122"/>
              </a:rPr>
              <a:t>C</a:t>
            </a:r>
          </a:p>
        </p:txBody>
      </p:sp>
      <p:sp>
        <p:nvSpPr>
          <p:cNvPr id="13" name="椭圆 12"/>
          <p:cNvSpPr>
            <a:spLocks noChangeAspect="1"/>
          </p:cNvSpPr>
          <p:nvPr>
            <p:custDataLst>
              <p:tags r:id="rId10"/>
            </p:custDataLst>
          </p:nvPr>
        </p:nvSpPr>
        <p:spPr>
          <a:xfrm>
            <a:off x="1114425" y="5421313"/>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fontAlgn="base"/>
            <a:r>
              <a:rPr lang="zh-CN" altLang="en-US" sz="1600" strike="noStrike" noProof="1">
                <a:solidFill>
                  <a:srgbClr val="FFFFFF"/>
                </a:solidFill>
                <a:latin typeface="微软雅黑" panose="020B0503020204020204" charset="-122"/>
                <a:ea typeface="微软雅黑" panose="020B0503020204020204" charset="-122"/>
              </a:rPr>
              <a:t>D</a:t>
            </a:r>
          </a:p>
        </p:txBody>
      </p:sp>
      <p:sp>
        <p:nvSpPr>
          <p:cNvPr id="14" name="圆角矩形 13"/>
          <p:cNvSpPr/>
          <p:nvPr>
            <p:custDataLst>
              <p:tags r:id="rId11"/>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fontAlgn="base"/>
            <a:r>
              <a:rPr lang="zh-CN" altLang="en-US" sz="1600" strike="noStrike" noProof="1">
                <a:solidFill>
                  <a:srgbClr val="FFFFFF"/>
                </a:solidFill>
                <a:latin typeface="微软雅黑" panose="020B0503020204020204" charset="-122"/>
                <a:ea typeface="微软雅黑" panose="020B0503020204020204" charset="-122"/>
              </a:rPr>
              <a:t>提交</a:t>
            </a:r>
          </a:p>
        </p:txBody>
      </p:sp>
      <p:grpSp>
        <p:nvGrpSpPr>
          <p:cNvPr id="33803" name="组合 18"/>
          <p:cNvGrpSpPr/>
          <p:nvPr/>
        </p:nvGrpSpPr>
        <p:grpSpPr>
          <a:xfrm>
            <a:off x="0" y="0"/>
            <a:ext cx="9144000" cy="635000"/>
            <a:chOff x="0" y="0"/>
            <a:chExt cx="14400" cy="1000"/>
          </a:xfrm>
        </p:grpSpPr>
        <p:sp>
          <p:nvSpPr>
            <p:cNvPr id="15" name="TitleBackground"/>
            <p:cNvSpPr/>
            <p:nvPr>
              <p:custDataLst>
                <p:tags r:id="rId13"/>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6" name="ColorBlock"/>
            <p:cNvSpPr/>
            <p:nvPr>
              <p:custDataLst>
                <p:tags r:id="rId14"/>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33806" name="TypeText"/>
            <p:cNvSpPr txBox="1"/>
            <p:nvPr>
              <p:custDataLst>
                <p:tags r:id="rId15"/>
              </p:custDataLst>
            </p:nvPr>
          </p:nvSpPr>
          <p:spPr>
            <a:xfrm>
              <a:off x="400" y="0"/>
              <a:ext cx="3000" cy="1000"/>
            </a:xfrm>
            <a:prstGeom prst="rect">
              <a:avLst/>
            </a:prstGeom>
            <a:noFill/>
            <a:ln w="9525">
              <a:noFill/>
            </a:ln>
          </p:spPr>
          <p:txBody>
            <a:bodyPr wrap="none" anchor="ctr" anchorCtr="0"/>
            <a:lstStyle/>
            <a:p>
              <a:r>
                <a:rPr lang="zh-CN" altLang="en-US" sz="2600">
                  <a:solidFill>
                    <a:srgbClr val="000000"/>
                  </a:solidFill>
                  <a:latin typeface="微软雅黑" panose="020B0503020204020204" charset="-122"/>
                  <a:ea typeface="微软雅黑" panose="020B0503020204020204" charset="-122"/>
                </a:rPr>
                <a:t>单选题</a:t>
              </a:r>
            </a:p>
          </p:txBody>
        </p:sp>
        <p:sp>
          <p:nvSpPr>
            <p:cNvPr id="33807" name="TipText"/>
            <p:cNvSpPr txBox="1"/>
            <p:nvPr>
              <p:custDataLst>
                <p:tags r:id="rId16"/>
              </p:custDataLst>
            </p:nvPr>
          </p:nvSpPr>
          <p:spPr>
            <a:xfrm>
              <a:off x="2248" y="172"/>
              <a:ext cx="3600" cy="800"/>
            </a:xfrm>
            <a:prstGeom prst="rect">
              <a:avLst/>
            </a:prstGeom>
            <a:noFill/>
            <a:ln w="9525">
              <a:noFill/>
            </a:ln>
          </p:spPr>
          <p:txBody>
            <a:bodyPr wrap="none" anchor="ctr" anchorCtr="0"/>
            <a:lstStyle/>
            <a:p>
              <a:r>
                <a:rPr lang="zh-CN" altLang="en-US" sz="2000">
                  <a:solidFill>
                    <a:srgbClr val="808080"/>
                  </a:solidFill>
                  <a:latin typeface="微软雅黑" panose="020B0503020204020204" charset="-122"/>
                  <a:ea typeface="微软雅黑" panose="020B0503020204020204" charset="-122"/>
                </a:rPr>
                <a:t>1分</a:t>
              </a:r>
            </a:p>
          </p:txBody>
        </p:sp>
      </p:grpSp>
      <p:pic>
        <p:nvPicPr>
          <p:cNvPr id="33808" name="图片 3" descr="tmpF29C"/>
          <p:cNvPicPr>
            <a:picLocks noChangeAspect="1"/>
          </p:cNvPicPr>
          <p:nvPr>
            <p:custDataLst>
              <p:tags r:id="rId12"/>
            </p:custDataLst>
          </p:nvPr>
        </p:nvPicPr>
        <p:blipFill>
          <a:blip r:embed="rId18"/>
          <a:stretch>
            <a:fillRect/>
          </a:stretch>
        </p:blipFill>
        <p:spPr>
          <a:xfrm>
            <a:off x="7594600" y="63500"/>
            <a:ext cx="1422400" cy="508000"/>
          </a:xfrm>
          <a:prstGeom prst="rect">
            <a:avLst/>
          </a:prstGeom>
          <a:noFill/>
          <a:ln w="9525">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文本框 676876"/>
          <p:cNvSpPr txBox="1"/>
          <p:nvPr/>
        </p:nvSpPr>
        <p:spPr>
          <a:xfrm>
            <a:off x="606425" y="301625"/>
            <a:ext cx="5794375" cy="641350"/>
          </a:xfrm>
          <a:prstGeom prst="rect">
            <a:avLst/>
          </a:prstGeom>
          <a:noFill/>
          <a:ln w="9525">
            <a:noFill/>
          </a:ln>
        </p:spPr>
        <p:txBody>
          <a:bodyPr anchor="t" anchorCtr="0">
            <a:spAutoFit/>
          </a:bodyPr>
          <a:lstStyle/>
          <a:p>
            <a:pPr>
              <a:spcBef>
                <a:spcPct val="20000"/>
              </a:spcBef>
            </a:pPr>
            <a:r>
              <a:rPr lang="en-US" altLang="zh-CN" sz="3600" b="1" dirty="0">
                <a:latin typeface="Times New Roman" panose="02020603050405020304" pitchFamily="18" charset="0"/>
                <a:ea typeface="宋体" panose="02010600030101010101" pitchFamily="2" charset="-122"/>
              </a:rPr>
              <a:t>2</a:t>
            </a:r>
            <a:r>
              <a:rPr lang="zh-CN" altLang="en-US" sz="3600" b="1" dirty="0">
                <a:latin typeface="Times New Roman" panose="02020603050405020304" pitchFamily="18" charset="0"/>
                <a:ea typeface="宋体" panose="02010600030101010101" pitchFamily="2" charset="-122"/>
              </a:rPr>
              <a:t>）</a:t>
            </a:r>
            <a:r>
              <a:rPr lang="zh-CN" altLang="en-US" sz="3600" b="1" dirty="0">
                <a:latin typeface="宋体" panose="02010600030101010101" pitchFamily="2" charset="-122"/>
                <a:ea typeface="宋体" panose="02010600030101010101" pitchFamily="2" charset="-122"/>
              </a:rPr>
              <a:t>现代计算机硬件框图</a:t>
            </a:r>
          </a:p>
        </p:txBody>
      </p:sp>
      <p:sp>
        <p:nvSpPr>
          <p:cNvPr id="676884" name="矩形 676883"/>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1.1</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sp>
        <p:nvSpPr>
          <p:cNvPr id="34819" name="文本框 676936"/>
          <p:cNvSpPr txBox="1"/>
          <p:nvPr/>
        </p:nvSpPr>
        <p:spPr>
          <a:xfrm>
            <a:off x="1323975" y="914400"/>
            <a:ext cx="2120900" cy="519113"/>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运算器</a:t>
            </a:r>
          </a:p>
        </p:txBody>
      </p:sp>
      <p:grpSp>
        <p:nvGrpSpPr>
          <p:cNvPr id="34820" name="组合 676937"/>
          <p:cNvGrpSpPr/>
          <p:nvPr/>
        </p:nvGrpSpPr>
        <p:grpSpPr>
          <a:xfrm>
            <a:off x="1400175" y="4200525"/>
            <a:ext cx="6448425" cy="2428875"/>
            <a:chOff x="882" y="2646"/>
            <a:chExt cx="4062" cy="1530"/>
          </a:xfrm>
        </p:grpSpPr>
        <p:sp>
          <p:nvSpPr>
            <p:cNvPr id="34821" name="矩形 676938"/>
            <p:cNvSpPr/>
            <p:nvPr/>
          </p:nvSpPr>
          <p:spPr>
            <a:xfrm>
              <a:off x="2201" y="2838"/>
              <a:ext cx="1436" cy="1247"/>
            </a:xfrm>
            <a:prstGeom prst="rect">
              <a:avLst/>
            </a:prstGeom>
            <a:noFill/>
            <a:ln w="2705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4822" name="矩形 676939"/>
            <p:cNvSpPr/>
            <p:nvPr/>
          </p:nvSpPr>
          <p:spPr>
            <a:xfrm>
              <a:off x="2389" y="3078"/>
              <a:ext cx="1133" cy="261"/>
            </a:xfrm>
            <a:prstGeom prst="rect">
              <a:avLst/>
            </a:prstGeom>
            <a:noFill/>
            <a:ln w="27051" cap="flat" cmpd="sng">
              <a:solidFill>
                <a:schemeClr val="folHlink"/>
              </a:solidFill>
              <a:prstDash val="solid"/>
              <a:miter/>
              <a:headEnd type="none" w="med" len="med"/>
              <a:tailEnd type="none" w="med" len="med"/>
            </a:ln>
          </p:spPr>
          <p:txBody>
            <a:bodyPr tIns="0" anchor="t" anchorCtr="0"/>
            <a:lstStyle/>
            <a:p>
              <a:pPr algn="ctr">
                <a:spcBef>
                  <a:spcPct val="20000"/>
                </a:spcBef>
              </a:pPr>
              <a:r>
                <a:rPr lang="en-US" altLang="zh-CN" sz="2800" b="1">
                  <a:latin typeface="宋体" panose="02010600030101010101" pitchFamily="2" charset="-122"/>
                  <a:ea typeface="宋体" panose="02010600030101010101" pitchFamily="2" charset="-122"/>
                </a:rPr>
                <a:t>ALU</a:t>
              </a:r>
            </a:p>
          </p:txBody>
        </p:sp>
        <p:sp>
          <p:nvSpPr>
            <p:cNvPr id="34823" name="矩形 676940"/>
            <p:cNvSpPr/>
            <p:nvPr/>
          </p:nvSpPr>
          <p:spPr>
            <a:xfrm>
              <a:off x="2710" y="2848"/>
              <a:ext cx="395" cy="230"/>
            </a:xfrm>
            <a:prstGeom prst="rect">
              <a:avLst/>
            </a:prstGeom>
            <a:noFill/>
            <a:ln w="9525">
              <a:noFill/>
            </a:ln>
          </p:spPr>
          <p:txBody>
            <a:bodyPr lIns="0" tIns="0" rIns="0" bIns="0" anchor="t" anchorCtr="0">
              <a:spAutoFit/>
            </a:bodyPr>
            <a:lstStyle/>
            <a:p>
              <a:pPr algn="ctr">
                <a:spcBef>
                  <a:spcPct val="20000"/>
                </a:spcBef>
              </a:pPr>
              <a:r>
                <a:rPr lang="en-US" altLang="zh-CN" b="1">
                  <a:latin typeface="Times New Roman" panose="02020603050405020304" pitchFamily="18" charset="0"/>
                  <a:ea typeface="宋体" panose="02010600030101010101" pitchFamily="2" charset="-122"/>
                </a:rPr>
                <a:t>CPU</a:t>
              </a:r>
              <a:endParaRPr lang="en-US" altLang="zh-CN" b="1">
                <a:latin typeface="宋体" panose="02010600030101010101" pitchFamily="2" charset="-122"/>
                <a:ea typeface="宋体" panose="02010600030101010101" pitchFamily="2" charset="-122"/>
              </a:endParaRPr>
            </a:p>
          </p:txBody>
        </p:sp>
        <p:sp>
          <p:nvSpPr>
            <p:cNvPr id="34824" name="矩形 676941"/>
            <p:cNvSpPr/>
            <p:nvPr/>
          </p:nvSpPr>
          <p:spPr>
            <a:xfrm>
              <a:off x="882" y="2646"/>
              <a:ext cx="2906" cy="1530"/>
            </a:xfrm>
            <a:prstGeom prst="rect">
              <a:avLst/>
            </a:prstGeom>
            <a:noFill/>
            <a:ln w="2705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4825" name="矩形 676942"/>
            <p:cNvSpPr/>
            <p:nvPr/>
          </p:nvSpPr>
          <p:spPr>
            <a:xfrm>
              <a:off x="1722" y="2694"/>
              <a:ext cx="384" cy="230"/>
            </a:xfrm>
            <a:prstGeom prst="rect">
              <a:avLst/>
            </a:prstGeom>
            <a:noFill/>
            <a:ln w="9525">
              <a:noFill/>
            </a:ln>
          </p:spPr>
          <p:txBody>
            <a:bodyPr wrap="none" lIns="0" tIns="0" rIns="0" bIns="0" anchor="t" anchorCtr="0">
              <a:spAutoFit/>
            </a:bodyPr>
            <a:lstStyle/>
            <a:p>
              <a:pPr algn="ctr">
                <a:spcBef>
                  <a:spcPct val="20000"/>
                </a:spcBef>
              </a:pPr>
              <a:r>
                <a:rPr lang="zh-CN" altLang="en-US" b="1" dirty="0">
                  <a:latin typeface="宋体" panose="02010600030101010101" pitchFamily="2" charset="-122"/>
                  <a:ea typeface="宋体" panose="02010600030101010101" pitchFamily="2" charset="-122"/>
                </a:rPr>
                <a:t>主机</a:t>
              </a:r>
            </a:p>
          </p:txBody>
        </p:sp>
        <p:sp>
          <p:nvSpPr>
            <p:cNvPr id="34826" name="矩形 676943"/>
            <p:cNvSpPr/>
            <p:nvPr/>
          </p:nvSpPr>
          <p:spPr>
            <a:xfrm>
              <a:off x="4305" y="2646"/>
              <a:ext cx="639" cy="1530"/>
            </a:xfrm>
            <a:prstGeom prst="rect">
              <a:avLst/>
            </a:prstGeom>
            <a:noFill/>
            <a:ln w="2705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4827" name="文本框 676944"/>
            <p:cNvSpPr txBox="1"/>
            <p:nvPr/>
          </p:nvSpPr>
          <p:spPr>
            <a:xfrm>
              <a:off x="4290" y="3174"/>
              <a:ext cx="624" cy="403"/>
            </a:xfrm>
            <a:prstGeom prst="rect">
              <a:avLst/>
            </a:prstGeom>
            <a:noFill/>
            <a:ln w="9525">
              <a:noFill/>
            </a:ln>
          </p:spPr>
          <p:txBody>
            <a:bodyPr anchor="t" anchorCtr="0">
              <a:spAutoFit/>
            </a:bodyPr>
            <a:lstStyle/>
            <a:p>
              <a:pPr algn="ctr">
                <a:spcBef>
                  <a:spcPct val="50000"/>
                </a:spcBef>
              </a:pPr>
              <a:r>
                <a:rPr lang="en-US" altLang="zh-CN" sz="3600" b="1">
                  <a:latin typeface="宋体" panose="02010600030101010101" pitchFamily="2" charset="-122"/>
                  <a:ea typeface="宋体" panose="02010600030101010101" pitchFamily="2" charset="-122"/>
                </a:rPr>
                <a:t>I/O</a:t>
              </a:r>
            </a:p>
          </p:txBody>
        </p:sp>
        <p:sp>
          <p:nvSpPr>
            <p:cNvPr id="34828" name="矩形 676945"/>
            <p:cNvSpPr/>
            <p:nvPr/>
          </p:nvSpPr>
          <p:spPr>
            <a:xfrm>
              <a:off x="2381" y="3430"/>
              <a:ext cx="1133" cy="242"/>
            </a:xfrm>
            <a:prstGeom prst="rect">
              <a:avLst/>
            </a:prstGeom>
            <a:noFill/>
            <a:ln w="27051" cap="flat" cmpd="sng">
              <a:solidFill>
                <a:schemeClr val="folHlink"/>
              </a:solidFill>
              <a:prstDash val="solid"/>
              <a:miter/>
              <a:headEnd type="none" w="med" len="med"/>
              <a:tailEnd type="none" w="med" len="med"/>
            </a:ln>
          </p:spPr>
          <p:txBody>
            <a:bodyPr tIns="0" anchor="t" anchorCtr="0"/>
            <a:lstStyle/>
            <a:p>
              <a:pPr algn="ctr">
                <a:spcBef>
                  <a:spcPct val="20000"/>
                </a:spcBef>
              </a:pPr>
              <a:r>
                <a:rPr lang="en-US" altLang="zh-CN" sz="2800" b="1">
                  <a:latin typeface="宋体" panose="02010600030101010101" pitchFamily="2" charset="-122"/>
                  <a:ea typeface="宋体" panose="02010600030101010101" pitchFamily="2" charset="-122"/>
                </a:rPr>
                <a:t>CU</a:t>
              </a:r>
            </a:p>
          </p:txBody>
        </p:sp>
        <p:sp>
          <p:nvSpPr>
            <p:cNvPr id="34829" name="矩形 676946"/>
            <p:cNvSpPr/>
            <p:nvPr/>
          </p:nvSpPr>
          <p:spPr>
            <a:xfrm>
              <a:off x="1026" y="2838"/>
              <a:ext cx="640" cy="1247"/>
            </a:xfrm>
            <a:prstGeom prst="rect">
              <a:avLst/>
            </a:prstGeom>
            <a:noFill/>
            <a:ln w="27051" cap="flat" cmpd="sng">
              <a:solidFill>
                <a:schemeClr val="folHlink"/>
              </a:solidFill>
              <a:prstDash val="solid"/>
              <a:miter/>
              <a:headEnd type="none" w="med" len="med"/>
              <a:tailEnd type="none" w="med" len="med"/>
            </a:ln>
          </p:spPr>
          <p:txBody>
            <a:bodyPr anchor="t" anchorCtr="0"/>
            <a:lstStyle/>
            <a:p>
              <a:pPr algn="ctr">
                <a:spcBef>
                  <a:spcPct val="20000"/>
                </a:spcBef>
              </a:pPr>
              <a:endParaRPr lang="zh-CN" altLang="zh-CN" sz="3200" b="1" dirty="0">
                <a:latin typeface="宋体" panose="02010600030101010101" pitchFamily="2" charset="-122"/>
                <a:ea typeface="宋体" panose="02010600030101010101" pitchFamily="2" charset="-122"/>
              </a:endParaRPr>
            </a:p>
          </p:txBody>
        </p:sp>
        <p:sp>
          <p:nvSpPr>
            <p:cNvPr id="34830" name="文本框 676947"/>
            <p:cNvSpPr txBox="1"/>
            <p:nvPr/>
          </p:nvSpPr>
          <p:spPr>
            <a:xfrm>
              <a:off x="1138" y="3015"/>
              <a:ext cx="405" cy="819"/>
            </a:xfrm>
            <a:prstGeom prst="rect">
              <a:avLst/>
            </a:prstGeom>
            <a:noFill/>
            <a:ln w="9525">
              <a:noFill/>
            </a:ln>
          </p:spPr>
          <p:txBody>
            <a:bodyPr wrap="none" anchor="t" anchorCtr="0">
              <a:spAutoFit/>
            </a:bodyPr>
            <a:lstStyle/>
            <a:p>
              <a:pPr algn="ctr">
                <a:spcBef>
                  <a:spcPct val="20000"/>
                </a:spcBef>
              </a:pPr>
              <a:r>
                <a:rPr lang="zh-CN" altLang="en-US" sz="3600" b="1" dirty="0">
                  <a:latin typeface="宋体" panose="02010600030101010101" pitchFamily="2" charset="-122"/>
                  <a:ea typeface="宋体" panose="02010600030101010101" pitchFamily="2" charset="-122"/>
                </a:rPr>
                <a:t>主</a:t>
              </a:r>
            </a:p>
            <a:p>
              <a:pPr algn="ctr">
                <a:spcBef>
                  <a:spcPct val="20000"/>
                </a:spcBef>
              </a:pPr>
              <a:r>
                <a:rPr lang="zh-CN" altLang="en-US" sz="3600" b="1" dirty="0">
                  <a:latin typeface="宋体" panose="02010600030101010101" pitchFamily="2" charset="-122"/>
                  <a:ea typeface="宋体" panose="02010600030101010101" pitchFamily="2" charset="-122"/>
                </a:rPr>
                <a:t>存</a:t>
              </a:r>
            </a:p>
          </p:txBody>
        </p:sp>
        <p:sp>
          <p:nvSpPr>
            <p:cNvPr id="34831" name="任意多边形 676948"/>
            <p:cNvSpPr/>
            <p:nvPr/>
          </p:nvSpPr>
          <p:spPr>
            <a:xfrm>
              <a:off x="3790" y="3889"/>
              <a:ext cx="514" cy="1"/>
            </a:xfrm>
            <a:custGeom>
              <a:avLst/>
              <a:gdLst/>
              <a:ahLst/>
              <a:cxnLst/>
              <a:rect l="0" t="0" r="0" b="0"/>
              <a:pathLst>
                <a:path w="514" h="1">
                  <a:moveTo>
                    <a:pt x="0" y="0"/>
                  </a:moveTo>
                  <a:lnTo>
                    <a:pt x="514" y="0"/>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sp>
          <p:nvSpPr>
            <p:cNvPr id="34832" name="任意多边形 676949"/>
            <p:cNvSpPr/>
            <p:nvPr/>
          </p:nvSpPr>
          <p:spPr>
            <a:xfrm>
              <a:off x="1669" y="3803"/>
              <a:ext cx="527" cy="1"/>
            </a:xfrm>
            <a:custGeom>
              <a:avLst/>
              <a:gdLst/>
              <a:ahLst/>
              <a:cxnLst/>
              <a:rect l="0" t="0" r="0" b="0"/>
              <a:pathLst>
                <a:path w="527" h="1">
                  <a:moveTo>
                    <a:pt x="527" y="0"/>
                  </a:moveTo>
                  <a:lnTo>
                    <a:pt x="0" y="0"/>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sp>
          <p:nvSpPr>
            <p:cNvPr id="34833" name="左右箭头 676950"/>
            <p:cNvSpPr/>
            <p:nvPr/>
          </p:nvSpPr>
          <p:spPr>
            <a:xfrm>
              <a:off x="1686" y="3222"/>
              <a:ext cx="492" cy="144"/>
            </a:xfrm>
            <a:prstGeom prst="leftRightArrow">
              <a:avLst>
                <a:gd name="adj1" fmla="val 50000"/>
                <a:gd name="adj2" fmla="val 68285"/>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4834" name="左右箭头 676951"/>
            <p:cNvSpPr/>
            <p:nvPr/>
          </p:nvSpPr>
          <p:spPr>
            <a:xfrm>
              <a:off x="3810" y="3222"/>
              <a:ext cx="480" cy="144"/>
            </a:xfrm>
            <a:prstGeom prst="leftRightArrow">
              <a:avLst>
                <a:gd name="adj1" fmla="val 50000"/>
                <a:gd name="adj2" fmla="val 66620"/>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4835" name="矩形 676952"/>
            <p:cNvSpPr/>
            <p:nvPr/>
          </p:nvSpPr>
          <p:spPr>
            <a:xfrm>
              <a:off x="2381" y="3793"/>
              <a:ext cx="1133" cy="261"/>
            </a:xfrm>
            <a:prstGeom prst="rect">
              <a:avLst/>
            </a:prstGeom>
            <a:noFill/>
            <a:ln w="27051" cap="flat" cmpd="sng">
              <a:solidFill>
                <a:schemeClr val="folHlink"/>
              </a:solidFill>
              <a:prstDash val="solid"/>
              <a:miter/>
              <a:headEnd type="none" w="med" len="med"/>
              <a:tailEnd type="none" w="med" len="med"/>
            </a:ln>
          </p:spPr>
          <p:txBody>
            <a:bodyPr tIns="0" anchor="t" anchorCtr="0"/>
            <a:lstStyle/>
            <a:p>
              <a:pPr algn="ctr">
                <a:spcBef>
                  <a:spcPct val="20000"/>
                </a:spcBef>
              </a:pPr>
              <a:r>
                <a:rPr lang="en-US" altLang="zh-CN" sz="2800" b="1">
                  <a:latin typeface="宋体" panose="02010600030101010101" pitchFamily="2" charset="-122"/>
                  <a:ea typeface="宋体" panose="02010600030101010101" pitchFamily="2" charset="-122"/>
                </a:rPr>
                <a:t>Cache</a:t>
              </a:r>
            </a:p>
          </p:txBody>
        </p:sp>
      </p:grpSp>
      <p:grpSp>
        <p:nvGrpSpPr>
          <p:cNvPr id="34836" name="组合 676953"/>
          <p:cNvGrpSpPr/>
          <p:nvPr/>
        </p:nvGrpSpPr>
        <p:grpSpPr>
          <a:xfrm>
            <a:off x="1323975" y="914400"/>
            <a:ext cx="6272213" cy="3109913"/>
            <a:chOff x="834" y="576"/>
            <a:chExt cx="3951" cy="1959"/>
          </a:xfrm>
        </p:grpSpPr>
        <p:sp>
          <p:nvSpPr>
            <p:cNvPr id="34837" name="文本框 676954"/>
            <p:cNvSpPr txBox="1"/>
            <p:nvPr/>
          </p:nvSpPr>
          <p:spPr>
            <a:xfrm>
              <a:off x="1833" y="576"/>
              <a:ext cx="503" cy="327"/>
            </a:xfrm>
            <a:prstGeom prst="rect">
              <a:avLst/>
            </a:prstGeom>
            <a:noFill/>
            <a:ln w="9525">
              <a:noFill/>
            </a:ln>
          </p:spPr>
          <p:txBody>
            <a:bodyPr anchor="t" anchorCtr="0">
              <a:spAutoFit/>
            </a:bodyPr>
            <a:lstStyle/>
            <a:p>
              <a:pPr>
                <a:spcBef>
                  <a:spcPct val="20000"/>
                </a:spcBef>
              </a:pPr>
              <a:r>
                <a:rPr lang="en-US" altLang="zh-CN" sz="2800" b="1">
                  <a:latin typeface="宋体" panose="02010600030101010101" pitchFamily="2" charset="-122"/>
                  <a:ea typeface="宋体" panose="02010600030101010101" pitchFamily="2" charset="-122"/>
                </a:rPr>
                <a:t>ALU</a:t>
              </a:r>
            </a:p>
          </p:txBody>
        </p:sp>
        <p:grpSp>
          <p:nvGrpSpPr>
            <p:cNvPr id="34838" name="组合 676955"/>
            <p:cNvGrpSpPr/>
            <p:nvPr/>
          </p:nvGrpSpPr>
          <p:grpSpPr>
            <a:xfrm>
              <a:off x="834" y="720"/>
              <a:ext cx="3951" cy="1815"/>
              <a:chOff x="834" y="720"/>
              <a:chExt cx="3951" cy="1815"/>
            </a:xfrm>
          </p:grpSpPr>
          <p:sp>
            <p:nvSpPr>
              <p:cNvPr id="34839" name="文本框 676956"/>
              <p:cNvSpPr txBox="1"/>
              <p:nvPr/>
            </p:nvSpPr>
            <p:spPr>
              <a:xfrm>
                <a:off x="2036" y="1419"/>
                <a:ext cx="663" cy="650"/>
              </a:xfrm>
              <a:prstGeom prst="rect">
                <a:avLst/>
              </a:prstGeom>
              <a:noFill/>
              <a:ln w="9525">
                <a:noFill/>
              </a:ln>
            </p:spPr>
            <p:txBody>
              <a:bodyPr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主存</a:t>
                </a:r>
              </a:p>
              <a:p>
                <a:pPr algn="ctr">
                  <a:spcBef>
                    <a:spcPct val="20000"/>
                  </a:spcBef>
                </a:pPr>
                <a:r>
                  <a:rPr lang="zh-CN" altLang="en-US" sz="2800" b="1" dirty="0">
                    <a:latin typeface="宋体" panose="02010600030101010101" pitchFamily="2" charset="-122"/>
                    <a:ea typeface="宋体" panose="02010600030101010101" pitchFamily="2" charset="-122"/>
                  </a:rPr>
                  <a:t>辅存</a:t>
                </a:r>
              </a:p>
            </p:txBody>
          </p:sp>
          <p:sp>
            <p:nvSpPr>
              <p:cNvPr id="34840" name="左大括号 676957"/>
              <p:cNvSpPr/>
              <p:nvPr/>
            </p:nvSpPr>
            <p:spPr>
              <a:xfrm>
                <a:off x="1882" y="1525"/>
                <a:ext cx="96" cy="482"/>
              </a:xfrm>
              <a:prstGeom prst="leftBrace">
                <a:avLst>
                  <a:gd name="adj1" fmla="val 41770"/>
                  <a:gd name="adj2" fmla="val 50000"/>
                </a:avLst>
              </a:prstGeom>
              <a:noFill/>
              <a:ln w="38100" cap="flat" cmpd="sng">
                <a:solidFill>
                  <a:schemeClr val="tx1"/>
                </a:solidFill>
                <a:prstDash val="solid"/>
                <a:round/>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4841" name="右大括号 676958"/>
              <p:cNvSpPr/>
              <p:nvPr/>
            </p:nvSpPr>
            <p:spPr>
              <a:xfrm>
                <a:off x="2314" y="720"/>
                <a:ext cx="134" cy="669"/>
              </a:xfrm>
              <a:prstGeom prst="rightBrace">
                <a:avLst>
                  <a:gd name="adj1" fmla="val 41535"/>
                  <a:gd name="adj2" fmla="val 47454"/>
                </a:avLst>
              </a:prstGeom>
              <a:noFill/>
              <a:ln w="38100" cap="flat" cmpd="sng">
                <a:solidFill>
                  <a:schemeClr val="tx1"/>
                </a:solidFill>
                <a:prstDash val="solid"/>
                <a:round/>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4842" name="文本框 676959"/>
              <p:cNvSpPr txBox="1"/>
              <p:nvPr/>
            </p:nvSpPr>
            <p:spPr>
              <a:xfrm>
                <a:off x="2517" y="845"/>
                <a:ext cx="510" cy="327"/>
              </a:xfrm>
              <a:prstGeom prst="rect">
                <a:avLst/>
              </a:prstGeom>
              <a:noFill/>
              <a:ln w="9525">
                <a:noFill/>
              </a:ln>
            </p:spPr>
            <p:txBody>
              <a:bodyPr anchor="t" anchorCtr="0">
                <a:spAutoFit/>
              </a:bodyPr>
              <a:lstStyle/>
              <a:p>
                <a:pPr algn="ctr">
                  <a:spcBef>
                    <a:spcPct val="20000"/>
                  </a:spcBef>
                </a:pPr>
                <a:r>
                  <a:rPr lang="en-US" altLang="zh-CN" sz="2800" b="1">
                    <a:solidFill>
                      <a:srgbClr val="0000FF"/>
                    </a:solidFill>
                    <a:latin typeface="宋体" panose="02010600030101010101" pitchFamily="2" charset="-122"/>
                    <a:ea typeface="宋体" panose="02010600030101010101" pitchFamily="2" charset="-122"/>
                  </a:rPr>
                  <a:t>CPU</a:t>
                </a:r>
              </a:p>
            </p:txBody>
          </p:sp>
          <p:sp>
            <p:nvSpPr>
              <p:cNvPr id="34843" name="右大括号 676960"/>
              <p:cNvSpPr/>
              <p:nvPr/>
            </p:nvSpPr>
            <p:spPr>
              <a:xfrm>
                <a:off x="3120" y="912"/>
                <a:ext cx="96" cy="624"/>
              </a:xfrm>
              <a:prstGeom prst="rightBrace">
                <a:avLst>
                  <a:gd name="adj1" fmla="val 54076"/>
                  <a:gd name="adj2" fmla="val 50000"/>
                </a:avLst>
              </a:prstGeom>
              <a:noFill/>
              <a:ln w="38100" cap="flat" cmpd="sng">
                <a:solidFill>
                  <a:schemeClr val="tx1"/>
                </a:solidFill>
                <a:prstDash val="solid"/>
                <a:round/>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4844" name="文本框 676961"/>
              <p:cNvSpPr txBox="1"/>
              <p:nvPr/>
            </p:nvSpPr>
            <p:spPr>
              <a:xfrm>
                <a:off x="3264" y="1066"/>
                <a:ext cx="705" cy="327"/>
              </a:xfrm>
              <a:prstGeom prst="rect">
                <a:avLst/>
              </a:prstGeom>
              <a:noFill/>
              <a:ln w="9525">
                <a:noFill/>
              </a:ln>
            </p:spPr>
            <p:txBody>
              <a:bodyPr anchor="t" anchorCtr="0">
                <a:spAutoFit/>
              </a:bodyPr>
              <a:lstStyle/>
              <a:p>
                <a:pPr>
                  <a:spcBef>
                    <a:spcPct val="20000"/>
                  </a:spcBef>
                </a:pPr>
                <a:r>
                  <a:rPr lang="zh-CN" altLang="en-US" sz="2800" b="1" dirty="0">
                    <a:solidFill>
                      <a:srgbClr val="0000FF"/>
                    </a:solidFill>
                    <a:latin typeface="宋体" panose="02010600030101010101" pitchFamily="2" charset="-122"/>
                    <a:ea typeface="宋体" panose="02010600030101010101" pitchFamily="2" charset="-122"/>
                  </a:rPr>
                  <a:t>主机</a:t>
                </a:r>
              </a:p>
            </p:txBody>
          </p:sp>
          <p:sp>
            <p:nvSpPr>
              <p:cNvPr id="34845" name="文本框 676962"/>
              <p:cNvSpPr txBox="1"/>
              <p:nvPr/>
            </p:nvSpPr>
            <p:spPr>
              <a:xfrm>
                <a:off x="3264" y="1953"/>
                <a:ext cx="659" cy="327"/>
              </a:xfrm>
              <a:prstGeom prst="rect">
                <a:avLst/>
              </a:prstGeom>
              <a:noFill/>
              <a:ln w="9525">
                <a:noFill/>
              </a:ln>
            </p:spPr>
            <p:txBody>
              <a:bodyPr anchor="t" anchorCtr="0">
                <a:spAutoFit/>
              </a:bodyPr>
              <a:lstStyle/>
              <a:p>
                <a:pPr>
                  <a:spcBef>
                    <a:spcPct val="20000"/>
                  </a:spcBef>
                </a:pPr>
                <a:r>
                  <a:rPr lang="en-US" altLang="zh-CN" sz="2800" b="1">
                    <a:solidFill>
                      <a:srgbClr val="0000FF"/>
                    </a:solidFill>
                    <a:latin typeface="宋体" panose="02010600030101010101" pitchFamily="2" charset="-122"/>
                    <a:ea typeface="宋体" panose="02010600030101010101" pitchFamily="2" charset="-122"/>
                  </a:rPr>
                  <a:t>I/O</a:t>
                </a:r>
              </a:p>
            </p:txBody>
          </p:sp>
          <p:sp>
            <p:nvSpPr>
              <p:cNvPr id="34846" name="右大括号 676963"/>
              <p:cNvSpPr/>
              <p:nvPr/>
            </p:nvSpPr>
            <p:spPr>
              <a:xfrm>
                <a:off x="3984" y="1248"/>
                <a:ext cx="96" cy="912"/>
              </a:xfrm>
              <a:prstGeom prst="rightBrace">
                <a:avLst>
                  <a:gd name="adj1" fmla="val 79034"/>
                  <a:gd name="adj2" fmla="val 50000"/>
                </a:avLst>
              </a:prstGeom>
              <a:noFill/>
              <a:ln w="38100" cap="flat" cmpd="sng">
                <a:solidFill>
                  <a:schemeClr val="tx1"/>
                </a:solidFill>
                <a:prstDash val="solid"/>
                <a:round/>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4847" name="文本框 676964"/>
              <p:cNvSpPr txBox="1"/>
              <p:nvPr/>
            </p:nvSpPr>
            <p:spPr>
              <a:xfrm>
                <a:off x="4127" y="1488"/>
                <a:ext cx="658" cy="327"/>
              </a:xfrm>
              <a:prstGeom prst="rect">
                <a:avLst/>
              </a:prstGeom>
              <a:noFill/>
              <a:ln w="9525">
                <a:noFill/>
              </a:ln>
            </p:spPr>
            <p:txBody>
              <a:bodyPr anchor="t" anchorCtr="0">
                <a:spAutoFit/>
              </a:bodyPr>
              <a:lstStyle/>
              <a:p>
                <a:pPr algn="ctr">
                  <a:spcBef>
                    <a:spcPct val="20000"/>
                  </a:spcBef>
                </a:pPr>
                <a:r>
                  <a:rPr lang="zh-CN" altLang="en-US" sz="2800" b="1" dirty="0">
                    <a:solidFill>
                      <a:srgbClr val="0000FF"/>
                    </a:solidFill>
                    <a:latin typeface="宋体" panose="02010600030101010101" pitchFamily="2" charset="-122"/>
                    <a:ea typeface="宋体" panose="02010600030101010101" pitchFamily="2" charset="-122"/>
                  </a:rPr>
                  <a:t>硬件</a:t>
                </a:r>
              </a:p>
            </p:txBody>
          </p:sp>
          <p:sp>
            <p:nvSpPr>
              <p:cNvPr id="34848" name="文本框 676965"/>
              <p:cNvSpPr txBox="1"/>
              <p:nvPr/>
            </p:nvSpPr>
            <p:spPr>
              <a:xfrm>
                <a:off x="1892" y="969"/>
                <a:ext cx="398" cy="327"/>
              </a:xfrm>
              <a:prstGeom prst="rect">
                <a:avLst/>
              </a:prstGeom>
              <a:noFill/>
              <a:ln w="9525">
                <a:noFill/>
              </a:ln>
            </p:spPr>
            <p:txBody>
              <a:bodyPr anchor="t" anchorCtr="0">
                <a:spAutoFit/>
              </a:bodyPr>
              <a:lstStyle/>
              <a:p>
                <a:pPr>
                  <a:spcBef>
                    <a:spcPct val="20000"/>
                  </a:spcBef>
                </a:pPr>
                <a:r>
                  <a:rPr lang="en-US" altLang="zh-CN" sz="2800" b="1">
                    <a:latin typeface="宋体" panose="02010600030101010101" pitchFamily="2" charset="-122"/>
                    <a:ea typeface="宋体" panose="02010600030101010101" pitchFamily="2" charset="-122"/>
                  </a:rPr>
                  <a:t>CU</a:t>
                </a:r>
              </a:p>
            </p:txBody>
          </p:sp>
          <p:sp>
            <p:nvSpPr>
              <p:cNvPr id="34849" name="文本框 676966"/>
              <p:cNvSpPr txBox="1"/>
              <p:nvPr/>
            </p:nvSpPr>
            <p:spPr>
              <a:xfrm>
                <a:off x="834" y="1561"/>
                <a:ext cx="867" cy="327"/>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存储器</a:t>
                </a:r>
              </a:p>
            </p:txBody>
          </p:sp>
          <p:sp>
            <p:nvSpPr>
              <p:cNvPr id="34850" name="文本框 676967"/>
              <p:cNvSpPr txBox="1"/>
              <p:nvPr/>
            </p:nvSpPr>
            <p:spPr>
              <a:xfrm>
                <a:off x="834" y="1905"/>
                <a:ext cx="1758" cy="327"/>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输入设备</a:t>
                </a:r>
              </a:p>
            </p:txBody>
          </p:sp>
          <p:sp>
            <p:nvSpPr>
              <p:cNvPr id="34851" name="文本框 676968"/>
              <p:cNvSpPr txBox="1"/>
              <p:nvPr/>
            </p:nvSpPr>
            <p:spPr>
              <a:xfrm>
                <a:off x="834" y="2208"/>
                <a:ext cx="1806" cy="327"/>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输出设备</a:t>
                </a:r>
              </a:p>
            </p:txBody>
          </p:sp>
          <p:sp>
            <p:nvSpPr>
              <p:cNvPr id="34852" name="文本框 676969"/>
              <p:cNvSpPr txBox="1"/>
              <p:nvPr/>
            </p:nvSpPr>
            <p:spPr>
              <a:xfrm>
                <a:off x="839" y="890"/>
                <a:ext cx="1182" cy="327"/>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控制器</a:t>
                </a:r>
              </a:p>
            </p:txBody>
          </p:sp>
          <p:sp>
            <p:nvSpPr>
              <p:cNvPr id="34853" name="右大括号 676970"/>
              <p:cNvSpPr/>
              <p:nvPr/>
            </p:nvSpPr>
            <p:spPr>
              <a:xfrm>
                <a:off x="3120" y="1872"/>
                <a:ext cx="96" cy="624"/>
              </a:xfrm>
              <a:prstGeom prst="rightBrace">
                <a:avLst>
                  <a:gd name="adj1" fmla="val 54076"/>
                  <a:gd name="adj2" fmla="val 50000"/>
                </a:avLst>
              </a:prstGeom>
              <a:noFill/>
              <a:ln w="38100" cap="flat" cmpd="sng">
                <a:solidFill>
                  <a:schemeClr val="tx1"/>
                </a:solidFill>
                <a:prstDash val="solid"/>
                <a:round/>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4854" name="文本框 676971"/>
              <p:cNvSpPr txBox="1"/>
              <p:nvPr/>
            </p:nvSpPr>
            <p:spPr>
              <a:xfrm>
                <a:off x="839" y="1162"/>
                <a:ext cx="1182" cy="327"/>
              </a:xfrm>
              <a:prstGeom prst="rect">
                <a:avLst/>
              </a:prstGeom>
              <a:noFill/>
              <a:ln w="9525">
                <a:noFill/>
              </a:ln>
            </p:spPr>
            <p:txBody>
              <a:bodyPr anchor="t" anchorCtr="0">
                <a:spAutoFit/>
              </a:bodyPr>
              <a:lstStyle/>
              <a:p>
                <a:pPr>
                  <a:spcBef>
                    <a:spcPct val="20000"/>
                  </a:spcBef>
                </a:pPr>
                <a:r>
                  <a:rPr lang="en-US" altLang="zh-CN" sz="2800" b="1">
                    <a:latin typeface="宋体" panose="02010600030101010101" pitchFamily="2" charset="-122"/>
                    <a:ea typeface="宋体" panose="02010600030101010101" pitchFamily="2" charset="-122"/>
                  </a:rPr>
                  <a:t>Cache</a:t>
                </a:r>
              </a:p>
            </p:txBody>
          </p:sp>
        </p:gr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7890" name="表格 677889"/>
          <p:cNvGraphicFramePr/>
          <p:nvPr/>
        </p:nvGraphicFramePr>
        <p:xfrm>
          <a:off x="3505200" y="1905000"/>
          <a:ext cx="5334000" cy="4267200"/>
        </p:xfrm>
        <a:graphic>
          <a:graphicData uri="http://schemas.openxmlformats.org/drawingml/2006/table">
            <a:tbl>
              <a:tblPr/>
              <a:tblGrid>
                <a:gridCol w="923925">
                  <a:extLst>
                    <a:ext uri="{9D8B030D-6E8A-4147-A177-3AD203B41FA5}">
                      <a16:colId xmlns:a16="http://schemas.microsoft.com/office/drawing/2014/main" val="20000"/>
                    </a:ext>
                  </a:extLst>
                </a:gridCol>
                <a:gridCol w="1565275">
                  <a:extLst>
                    <a:ext uri="{9D8B030D-6E8A-4147-A177-3AD203B41FA5}">
                      <a16:colId xmlns:a16="http://schemas.microsoft.com/office/drawing/2014/main" val="20001"/>
                    </a:ext>
                  </a:extLst>
                </a:gridCol>
                <a:gridCol w="15494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560388">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400" b="1"/>
                        <a:t> ACC</a:t>
                      </a:r>
                      <a:endParaRPr lang="zh-CN" altLang="en-US" sz="2400" b="1"/>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400" b="1"/>
                        <a:t> MQ</a:t>
                      </a:r>
                      <a:endParaRPr lang="zh-CN" altLang="en-US" sz="2400" b="1"/>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400" b="1"/>
                        <a:t> X</a:t>
                      </a:r>
                      <a:endParaRPr lang="zh-CN" altLang="en-US" sz="2400" b="1"/>
                    </a:p>
                  </a:txBody>
                  <a:tcPr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27100">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27100">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25512">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27100">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endParaRPr lang="zh-CN" altLang="en-US" sz="2400" b="1" dirty="0"/>
                    </a:p>
                  </a:txBody>
                  <a:tcPr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5873" name="文本框 677921"/>
          <p:cNvSpPr txBox="1"/>
          <p:nvPr/>
        </p:nvSpPr>
        <p:spPr>
          <a:xfrm>
            <a:off x="488950" y="333375"/>
            <a:ext cx="5459413" cy="641350"/>
          </a:xfrm>
          <a:prstGeom prst="rect">
            <a:avLst/>
          </a:prstGeom>
          <a:noFill/>
          <a:ln w="9525">
            <a:noFill/>
          </a:ln>
        </p:spPr>
        <p:txBody>
          <a:bodyPr wrap="none" anchor="t" anchorCtr="0">
            <a:spAutoFit/>
          </a:bodyPr>
          <a:lstStyle/>
          <a:p>
            <a:pPr algn="ctr">
              <a:spcBef>
                <a:spcPct val="20000"/>
              </a:spcBef>
            </a:pPr>
            <a:r>
              <a:rPr lang="en-US" altLang="zh-CN" sz="3600" b="1" dirty="0">
                <a:latin typeface="Times New Roman" panose="02020603050405020304" pitchFamily="18" charset="0"/>
                <a:ea typeface="宋体" panose="02010600030101010101" pitchFamily="2" charset="-122"/>
              </a:rPr>
              <a:t>3</a:t>
            </a:r>
            <a:r>
              <a:rPr lang="zh-CN" altLang="en-US" sz="3600" b="1" dirty="0">
                <a:latin typeface="Times New Roman" panose="02020603050405020304" pitchFamily="18" charset="0"/>
                <a:ea typeface="宋体" panose="02010600030101010101" pitchFamily="2" charset="-122"/>
              </a:rPr>
              <a:t>）</a:t>
            </a:r>
            <a:r>
              <a:rPr lang="zh-CN" altLang="en-US" sz="3600" b="1" dirty="0">
                <a:latin typeface="宋体" panose="02010600030101010101" pitchFamily="2" charset="-122"/>
                <a:ea typeface="宋体" panose="02010600030101010101" pitchFamily="2" charset="-122"/>
              </a:rPr>
              <a:t>计算机的各部分的结构</a:t>
            </a:r>
          </a:p>
        </p:txBody>
      </p:sp>
      <p:sp>
        <p:nvSpPr>
          <p:cNvPr id="677923" name="文本框 677922"/>
          <p:cNvSpPr txBox="1"/>
          <p:nvPr/>
        </p:nvSpPr>
        <p:spPr>
          <a:xfrm>
            <a:off x="1149350" y="966788"/>
            <a:ext cx="7308850" cy="579437"/>
          </a:xfrm>
          <a:prstGeom prst="rect">
            <a:avLst/>
          </a:prstGeom>
          <a:noFill/>
          <a:ln w="9525">
            <a:noFill/>
          </a:ln>
        </p:spPr>
        <p:txBody>
          <a:bodyPr anchor="t" anchorCtr="0">
            <a:spAutoFit/>
          </a:bodyPr>
          <a:lstStyle/>
          <a:p>
            <a:pPr>
              <a:spcBef>
                <a:spcPct val="20000"/>
              </a:spcBef>
            </a:pPr>
            <a:r>
              <a:rPr lang="en-US" altLang="zh-CN" sz="3200" b="1" dirty="0">
                <a:latin typeface="宋体" panose="02010600030101010101" pitchFamily="2" charset="-122"/>
                <a:ea typeface="宋体" panose="02010600030101010101" pitchFamily="2" charset="-122"/>
              </a:rPr>
              <a:t>(1)</a:t>
            </a:r>
            <a:r>
              <a:rPr lang="zh-CN" altLang="en-US" sz="3200" b="1" dirty="0">
                <a:latin typeface="宋体" panose="02010600030101010101" pitchFamily="2" charset="-122"/>
                <a:ea typeface="宋体" panose="02010600030101010101" pitchFamily="2" charset="-122"/>
              </a:rPr>
              <a:t>运算器的基本组成及操作过程</a:t>
            </a:r>
          </a:p>
        </p:txBody>
      </p:sp>
      <p:sp>
        <p:nvSpPr>
          <p:cNvPr id="677924" name="矩形 677923"/>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1.1</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grpSp>
        <p:nvGrpSpPr>
          <p:cNvPr id="677925" name="组合 677924"/>
          <p:cNvGrpSpPr/>
          <p:nvPr/>
        </p:nvGrpSpPr>
        <p:grpSpPr>
          <a:xfrm>
            <a:off x="685800" y="1905000"/>
            <a:ext cx="2514600" cy="4343400"/>
            <a:chOff x="288" y="1200"/>
            <a:chExt cx="1584" cy="2736"/>
          </a:xfrm>
        </p:grpSpPr>
        <p:sp>
          <p:nvSpPr>
            <p:cNvPr id="35877" name="矩形 677925"/>
            <p:cNvSpPr/>
            <p:nvPr/>
          </p:nvSpPr>
          <p:spPr>
            <a:xfrm>
              <a:off x="767" y="3575"/>
              <a:ext cx="582" cy="230"/>
            </a:xfrm>
            <a:prstGeom prst="rect">
              <a:avLst/>
            </a:prstGeom>
            <a:noFill/>
            <a:ln w="9525">
              <a:noFill/>
            </a:ln>
          </p:spPr>
          <p:txBody>
            <a:bodyPr wrap="none" lIns="0" tIns="0" rIns="0" bIns="0" anchor="t" anchorCtr="0">
              <a:spAutoFit/>
            </a:bodyPr>
            <a:lstStyle/>
            <a:p>
              <a:pPr algn="ctr">
                <a:spcBef>
                  <a:spcPct val="20000"/>
                </a:spcBef>
              </a:pPr>
              <a:r>
                <a:rPr lang="zh-CN" altLang="en-US" b="1" dirty="0">
                  <a:latin typeface="宋体" panose="02010600030101010101" pitchFamily="2" charset="-122"/>
                  <a:ea typeface="宋体" panose="02010600030101010101" pitchFamily="2" charset="-122"/>
                </a:rPr>
                <a:t>运算器</a:t>
              </a:r>
            </a:p>
          </p:txBody>
        </p:sp>
        <p:sp>
          <p:nvSpPr>
            <p:cNvPr id="35878" name="矩形 677926"/>
            <p:cNvSpPr/>
            <p:nvPr/>
          </p:nvSpPr>
          <p:spPr>
            <a:xfrm>
              <a:off x="1236" y="1440"/>
              <a:ext cx="518" cy="371"/>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5879" name="矩形 677927"/>
            <p:cNvSpPr/>
            <p:nvPr/>
          </p:nvSpPr>
          <p:spPr>
            <a:xfrm>
              <a:off x="1296" y="1495"/>
              <a:ext cx="385" cy="269"/>
            </a:xfrm>
            <a:prstGeom prst="rect">
              <a:avLst/>
            </a:prstGeom>
            <a:noFill/>
            <a:ln w="9525">
              <a:noFill/>
            </a:ln>
          </p:spPr>
          <p:txBody>
            <a:bodyPr wrap="none" lIns="0" tIns="0" rIns="0" bIns="0" anchor="t" anchorCtr="0">
              <a:spAutoFit/>
            </a:bodyPr>
            <a:lstStyle/>
            <a:p>
              <a:pPr algn="ctr">
                <a:spcBef>
                  <a:spcPct val="20000"/>
                </a:spcBef>
              </a:pPr>
              <a:r>
                <a:rPr lang="en-US" altLang="zh-CN" sz="2800" b="1">
                  <a:latin typeface="Times New Roman" panose="02020603050405020304" pitchFamily="18" charset="0"/>
                  <a:ea typeface="宋体" panose="02010600030101010101" pitchFamily="2" charset="-122"/>
                </a:rPr>
                <a:t>MQ</a:t>
              </a:r>
              <a:endParaRPr lang="en-US" altLang="zh-CN" sz="2800" b="1">
                <a:latin typeface="宋体" panose="02010600030101010101" pitchFamily="2" charset="-122"/>
                <a:ea typeface="宋体" panose="02010600030101010101" pitchFamily="2" charset="-122"/>
              </a:endParaRPr>
            </a:p>
          </p:txBody>
        </p:sp>
        <p:sp>
          <p:nvSpPr>
            <p:cNvPr id="35880" name="矩形 677928"/>
            <p:cNvSpPr/>
            <p:nvPr/>
          </p:nvSpPr>
          <p:spPr>
            <a:xfrm>
              <a:off x="437" y="1440"/>
              <a:ext cx="517" cy="371"/>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5881" name="矩形 677929"/>
            <p:cNvSpPr/>
            <p:nvPr/>
          </p:nvSpPr>
          <p:spPr>
            <a:xfrm>
              <a:off x="448" y="1495"/>
              <a:ext cx="486" cy="269"/>
            </a:xfrm>
            <a:prstGeom prst="rect">
              <a:avLst/>
            </a:prstGeom>
            <a:noFill/>
            <a:ln w="9525">
              <a:noFill/>
            </a:ln>
          </p:spPr>
          <p:txBody>
            <a:bodyPr wrap="none" lIns="0" tIns="0" rIns="0" bIns="0" anchor="t" anchorCtr="0">
              <a:spAutoFit/>
            </a:bodyPr>
            <a:lstStyle/>
            <a:p>
              <a:pPr algn="ctr">
                <a:spcBef>
                  <a:spcPct val="20000"/>
                </a:spcBef>
              </a:pPr>
              <a:r>
                <a:rPr lang="en-US" altLang="zh-CN" sz="2800" b="1">
                  <a:latin typeface="Times New Roman" panose="02020603050405020304" pitchFamily="18" charset="0"/>
                  <a:ea typeface="宋体" panose="02010600030101010101" pitchFamily="2" charset="-122"/>
                </a:rPr>
                <a:t>ACC</a:t>
              </a:r>
              <a:endParaRPr lang="en-US" altLang="zh-CN" sz="2800" b="1">
                <a:latin typeface="宋体" panose="02010600030101010101" pitchFamily="2" charset="-122"/>
                <a:ea typeface="宋体" panose="02010600030101010101" pitchFamily="2" charset="-122"/>
              </a:endParaRPr>
            </a:p>
          </p:txBody>
        </p:sp>
        <p:sp>
          <p:nvSpPr>
            <p:cNvPr id="35882" name="矩形 677930"/>
            <p:cNvSpPr/>
            <p:nvPr/>
          </p:nvSpPr>
          <p:spPr>
            <a:xfrm>
              <a:off x="437" y="2237"/>
              <a:ext cx="517" cy="373"/>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5883" name="矩形 677931"/>
            <p:cNvSpPr/>
            <p:nvPr/>
          </p:nvSpPr>
          <p:spPr>
            <a:xfrm>
              <a:off x="451" y="2276"/>
              <a:ext cx="473" cy="269"/>
            </a:xfrm>
            <a:prstGeom prst="rect">
              <a:avLst/>
            </a:prstGeom>
            <a:noFill/>
            <a:ln w="9525">
              <a:noFill/>
            </a:ln>
          </p:spPr>
          <p:txBody>
            <a:bodyPr wrap="none" lIns="0" tIns="0" rIns="0" bIns="0" anchor="t" anchorCtr="0">
              <a:spAutoFit/>
            </a:bodyPr>
            <a:lstStyle/>
            <a:p>
              <a:pPr algn="ctr">
                <a:spcBef>
                  <a:spcPct val="20000"/>
                </a:spcBef>
              </a:pPr>
              <a:r>
                <a:rPr lang="en-US" altLang="zh-CN" sz="2800" b="1">
                  <a:latin typeface="Times New Roman" panose="02020603050405020304" pitchFamily="18" charset="0"/>
                  <a:ea typeface="宋体" panose="02010600030101010101" pitchFamily="2" charset="-122"/>
                </a:rPr>
                <a:t>ALU</a:t>
              </a:r>
              <a:endParaRPr lang="en-US" altLang="zh-CN" sz="2800" b="1">
                <a:latin typeface="宋体" panose="02010600030101010101" pitchFamily="2" charset="-122"/>
                <a:ea typeface="宋体" panose="02010600030101010101" pitchFamily="2" charset="-122"/>
              </a:endParaRPr>
            </a:p>
          </p:txBody>
        </p:sp>
        <p:sp>
          <p:nvSpPr>
            <p:cNvPr id="35884" name="矩形 677932"/>
            <p:cNvSpPr/>
            <p:nvPr/>
          </p:nvSpPr>
          <p:spPr>
            <a:xfrm>
              <a:off x="437" y="3041"/>
              <a:ext cx="515" cy="372"/>
            </a:xfrm>
            <a:prstGeom prst="rect">
              <a:avLst/>
            </a:prstGeom>
            <a:noFill/>
            <a:ln w="38100" cap="flat" cmpd="sng">
              <a:solidFill>
                <a:schemeClr val="folHlink"/>
              </a:solidFill>
              <a:prstDash val="solid"/>
              <a:miter/>
              <a:headEnd type="none" w="med" len="med"/>
              <a:tailEnd type="none" w="med" len="med"/>
            </a:ln>
          </p:spPr>
          <p:txBody>
            <a:bodyPr anchor="t" anchorCtr="0"/>
            <a:lstStyle/>
            <a:p>
              <a:pPr>
                <a:spcBef>
                  <a:spcPct val="20000"/>
                </a:spcBef>
              </a:pPr>
              <a:endParaRPr lang="zh-CN" altLang="zh-CN" sz="3200" b="1" dirty="0">
                <a:latin typeface="宋体" panose="02010600030101010101" pitchFamily="2" charset="-122"/>
                <a:ea typeface="宋体" panose="02010600030101010101" pitchFamily="2" charset="-122"/>
              </a:endParaRPr>
            </a:p>
          </p:txBody>
        </p:sp>
        <p:sp>
          <p:nvSpPr>
            <p:cNvPr id="35885" name="矩形 677933"/>
            <p:cNvSpPr/>
            <p:nvPr/>
          </p:nvSpPr>
          <p:spPr>
            <a:xfrm>
              <a:off x="624" y="3091"/>
              <a:ext cx="162" cy="269"/>
            </a:xfrm>
            <a:prstGeom prst="rect">
              <a:avLst/>
            </a:prstGeom>
            <a:noFill/>
            <a:ln w="9525">
              <a:noFill/>
            </a:ln>
          </p:spPr>
          <p:txBody>
            <a:bodyPr wrap="none" lIns="0" tIns="0" rIns="0" bIns="0" anchor="t" anchorCtr="0">
              <a:spAutoFit/>
            </a:bodyPr>
            <a:lstStyle/>
            <a:p>
              <a:pPr algn="ctr">
                <a:spcBef>
                  <a:spcPct val="20000"/>
                </a:spcBef>
              </a:pPr>
              <a:r>
                <a:rPr lang="en-US" altLang="zh-CN" sz="2800" b="1">
                  <a:latin typeface="Times New Roman" panose="02020603050405020304" pitchFamily="18" charset="0"/>
                  <a:ea typeface="宋体" panose="02010600030101010101" pitchFamily="2" charset="-122"/>
                </a:rPr>
                <a:t>X</a:t>
              </a:r>
              <a:endParaRPr lang="en-US" altLang="zh-CN" sz="2800" b="1">
                <a:latin typeface="宋体" panose="02010600030101010101" pitchFamily="2" charset="-122"/>
                <a:ea typeface="宋体" panose="02010600030101010101" pitchFamily="2" charset="-122"/>
              </a:endParaRPr>
            </a:p>
          </p:txBody>
        </p:sp>
        <p:sp>
          <p:nvSpPr>
            <p:cNvPr id="35886" name="矩形 677934"/>
            <p:cNvSpPr/>
            <p:nvPr/>
          </p:nvSpPr>
          <p:spPr>
            <a:xfrm>
              <a:off x="288" y="1200"/>
              <a:ext cx="1584" cy="2736"/>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5887" name="上箭头 677935"/>
            <p:cNvSpPr/>
            <p:nvPr/>
          </p:nvSpPr>
          <p:spPr>
            <a:xfrm>
              <a:off x="768" y="1842"/>
              <a:ext cx="91" cy="397"/>
            </a:xfrm>
            <a:prstGeom prst="upArrow">
              <a:avLst>
                <a:gd name="adj1" fmla="val 49453"/>
                <a:gd name="adj2" fmla="val 85657"/>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5888" name="任意多边形 677936"/>
            <p:cNvSpPr/>
            <p:nvPr/>
          </p:nvSpPr>
          <p:spPr>
            <a:xfrm>
              <a:off x="960" y="1704"/>
              <a:ext cx="276" cy="3"/>
            </a:xfrm>
            <a:custGeom>
              <a:avLst/>
              <a:gdLst/>
              <a:ahLst/>
              <a:cxnLst/>
              <a:rect l="0" t="0" r="0" b="0"/>
              <a:pathLst>
                <a:path w="276" h="3">
                  <a:moveTo>
                    <a:pt x="276" y="0"/>
                  </a:moveTo>
                  <a:lnTo>
                    <a:pt x="0" y="3"/>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sp>
          <p:nvSpPr>
            <p:cNvPr id="35889" name="任意多边形 677937"/>
            <p:cNvSpPr/>
            <p:nvPr/>
          </p:nvSpPr>
          <p:spPr>
            <a:xfrm>
              <a:off x="959" y="1539"/>
              <a:ext cx="277" cy="1"/>
            </a:xfrm>
            <a:custGeom>
              <a:avLst/>
              <a:gdLst/>
              <a:ahLst/>
              <a:cxnLst/>
              <a:rect l="0" t="0" r="0" b="0"/>
              <a:pathLst>
                <a:path w="277" h="1">
                  <a:moveTo>
                    <a:pt x="0" y="0"/>
                  </a:moveTo>
                  <a:lnTo>
                    <a:pt x="277" y="0"/>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sp>
          <p:nvSpPr>
            <p:cNvPr id="35890" name="上箭头 677938"/>
            <p:cNvSpPr/>
            <p:nvPr/>
          </p:nvSpPr>
          <p:spPr>
            <a:xfrm>
              <a:off x="649" y="2639"/>
              <a:ext cx="91" cy="397"/>
            </a:xfrm>
            <a:prstGeom prst="upArrow">
              <a:avLst>
                <a:gd name="adj1" fmla="val 49453"/>
                <a:gd name="adj2" fmla="val 85657"/>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5891" name="上箭头 677939"/>
            <p:cNvSpPr/>
            <p:nvPr/>
          </p:nvSpPr>
          <p:spPr>
            <a:xfrm rot="10800000">
              <a:off x="533" y="1812"/>
              <a:ext cx="91" cy="397"/>
            </a:xfrm>
            <a:prstGeom prst="upArrow">
              <a:avLst>
                <a:gd name="adj1" fmla="val 49453"/>
                <a:gd name="adj2" fmla="val 85657"/>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sp>
        <p:nvSpPr>
          <p:cNvPr id="677941" name="文本框 677940"/>
          <p:cNvSpPr txBox="1"/>
          <p:nvPr/>
        </p:nvSpPr>
        <p:spPr>
          <a:xfrm>
            <a:off x="4495800" y="2514600"/>
            <a:ext cx="1676400" cy="457200"/>
          </a:xfrm>
          <a:prstGeom prst="rect">
            <a:avLst/>
          </a:prstGeom>
          <a:noFill/>
          <a:ln w="9525">
            <a:noFill/>
          </a:ln>
        </p:spPr>
        <p:txBody>
          <a:bodyPr anchor="t" anchorCtr="0">
            <a:spAutoFit/>
          </a:bodyPr>
          <a:lstStyle/>
          <a:p>
            <a:pPr>
              <a:spcBef>
                <a:spcPct val="20000"/>
              </a:spcBef>
              <a:buClr>
                <a:schemeClr val="accent2"/>
              </a:buClr>
              <a:buSzPct val="80000"/>
              <a:buFont typeface="Wingdings" panose="05000000000000000000" pitchFamily="2" charset="2"/>
            </a:pPr>
            <a:r>
              <a:rPr lang="zh-CN" altLang="en-US" b="1" dirty="0">
                <a:latin typeface="Times New Roman" panose="02020603050405020304" pitchFamily="18" charset="0"/>
                <a:ea typeface="宋体" panose="02010600030101010101" pitchFamily="2" charset="-122"/>
              </a:rPr>
              <a:t>被加数</a:t>
            </a:r>
            <a:endParaRPr lang="zh-CN" altLang="en-US" sz="3200" b="1" dirty="0">
              <a:latin typeface="宋体" panose="02010600030101010101" pitchFamily="2" charset="-122"/>
              <a:ea typeface="宋体" panose="02010600030101010101" pitchFamily="2" charset="-122"/>
            </a:endParaRPr>
          </a:p>
        </p:txBody>
      </p:sp>
      <p:sp>
        <p:nvSpPr>
          <p:cNvPr id="677942" name="文本框 677941"/>
          <p:cNvSpPr txBox="1"/>
          <p:nvPr/>
        </p:nvSpPr>
        <p:spPr>
          <a:xfrm>
            <a:off x="4495800" y="3429000"/>
            <a:ext cx="1752600" cy="457200"/>
          </a:xfrm>
          <a:prstGeom prst="rect">
            <a:avLst/>
          </a:prstGeom>
          <a:noFill/>
          <a:ln w="9525">
            <a:noFill/>
          </a:ln>
        </p:spPr>
        <p:txBody>
          <a:bodyPr anchor="t" anchorCtr="0">
            <a:spAutoFit/>
          </a:bodyPr>
          <a:lstStyle/>
          <a:p>
            <a:pPr>
              <a:spcBef>
                <a:spcPct val="20000"/>
              </a:spcBef>
              <a:buClr>
                <a:schemeClr val="accent2"/>
              </a:buClr>
              <a:buSzPct val="80000"/>
              <a:buFont typeface="Wingdings" panose="05000000000000000000" pitchFamily="2" charset="2"/>
            </a:pPr>
            <a:r>
              <a:rPr lang="zh-CN" altLang="en-US" b="1" dirty="0">
                <a:latin typeface="Times New Roman" panose="02020603050405020304" pitchFamily="18" charset="0"/>
                <a:ea typeface="宋体" panose="02010600030101010101" pitchFamily="2" charset="-122"/>
              </a:rPr>
              <a:t>被减数</a:t>
            </a:r>
            <a:endParaRPr lang="zh-CN" altLang="en-US" sz="3200" b="1" dirty="0">
              <a:latin typeface="宋体" panose="02010600030101010101" pitchFamily="2" charset="-122"/>
              <a:ea typeface="宋体" panose="02010600030101010101" pitchFamily="2" charset="-122"/>
            </a:endParaRPr>
          </a:p>
        </p:txBody>
      </p:sp>
      <p:sp>
        <p:nvSpPr>
          <p:cNvPr id="677943" name="文本框 677942"/>
          <p:cNvSpPr txBox="1"/>
          <p:nvPr/>
        </p:nvSpPr>
        <p:spPr>
          <a:xfrm>
            <a:off x="4495800" y="5257800"/>
            <a:ext cx="1905000" cy="457200"/>
          </a:xfrm>
          <a:prstGeom prst="rect">
            <a:avLst/>
          </a:prstGeom>
          <a:noFill/>
          <a:ln w="9525">
            <a:noFill/>
          </a:ln>
        </p:spPr>
        <p:txBody>
          <a:bodyPr anchor="t" anchorCtr="0">
            <a:spAutoFit/>
          </a:bodyPr>
          <a:lstStyle/>
          <a:p>
            <a:pPr>
              <a:spcBef>
                <a:spcPct val="20000"/>
              </a:spcBef>
              <a:buClr>
                <a:schemeClr val="accent2"/>
              </a:buClr>
              <a:buSzPct val="80000"/>
              <a:buFont typeface="Wingdings" panose="05000000000000000000" pitchFamily="2" charset="2"/>
            </a:pPr>
            <a:r>
              <a:rPr lang="zh-CN" altLang="en-US" b="1" dirty="0">
                <a:latin typeface="Times New Roman" panose="02020603050405020304" pitchFamily="18" charset="0"/>
                <a:ea typeface="宋体" panose="02010600030101010101" pitchFamily="2" charset="-122"/>
              </a:rPr>
              <a:t>被除数</a:t>
            </a:r>
            <a:endParaRPr lang="zh-CN" altLang="en-US" sz="3200" b="1" dirty="0">
              <a:latin typeface="宋体" panose="02010600030101010101" pitchFamily="2" charset="-122"/>
              <a:ea typeface="宋体" panose="02010600030101010101" pitchFamily="2" charset="-122"/>
            </a:endParaRPr>
          </a:p>
        </p:txBody>
      </p:sp>
      <p:sp>
        <p:nvSpPr>
          <p:cNvPr id="677944" name="文本框 677943"/>
          <p:cNvSpPr txBox="1"/>
          <p:nvPr/>
        </p:nvSpPr>
        <p:spPr>
          <a:xfrm>
            <a:off x="6019800" y="4343400"/>
            <a:ext cx="1447800" cy="457200"/>
          </a:xfrm>
          <a:prstGeom prst="rect">
            <a:avLst/>
          </a:prstGeom>
          <a:noFill/>
          <a:ln w="9525">
            <a:noFill/>
          </a:ln>
        </p:spPr>
        <p:txBody>
          <a:bodyPr anchor="t" anchorCtr="0">
            <a:spAutoFit/>
          </a:bodyPr>
          <a:lstStyle/>
          <a:p>
            <a:pPr>
              <a:spcBef>
                <a:spcPct val="20000"/>
              </a:spcBef>
            </a:pPr>
            <a:r>
              <a:rPr lang="zh-CN" altLang="en-US" b="1" dirty="0">
                <a:latin typeface="Times New Roman" panose="02020603050405020304" pitchFamily="18" charset="0"/>
                <a:ea typeface="宋体" panose="02010600030101010101" pitchFamily="2" charset="-122"/>
              </a:rPr>
              <a:t>乘数</a:t>
            </a:r>
          </a:p>
        </p:txBody>
      </p:sp>
      <p:sp>
        <p:nvSpPr>
          <p:cNvPr id="677945" name="文本框 677944"/>
          <p:cNvSpPr txBox="1"/>
          <p:nvPr/>
        </p:nvSpPr>
        <p:spPr>
          <a:xfrm>
            <a:off x="6019800" y="5486400"/>
            <a:ext cx="990600" cy="457200"/>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商</a:t>
            </a:r>
          </a:p>
        </p:txBody>
      </p:sp>
      <p:sp>
        <p:nvSpPr>
          <p:cNvPr id="677946" name="文本框 677945"/>
          <p:cNvSpPr txBox="1"/>
          <p:nvPr/>
        </p:nvSpPr>
        <p:spPr>
          <a:xfrm>
            <a:off x="7620000" y="2667000"/>
            <a:ext cx="990600" cy="457200"/>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加数</a:t>
            </a:r>
          </a:p>
        </p:txBody>
      </p:sp>
      <p:sp>
        <p:nvSpPr>
          <p:cNvPr id="677947" name="文本框 677946"/>
          <p:cNvSpPr txBox="1"/>
          <p:nvPr/>
        </p:nvSpPr>
        <p:spPr>
          <a:xfrm>
            <a:off x="7620000" y="3581400"/>
            <a:ext cx="990600" cy="457200"/>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减数</a:t>
            </a:r>
          </a:p>
        </p:txBody>
      </p:sp>
      <p:sp>
        <p:nvSpPr>
          <p:cNvPr id="677948" name="文本框 677947"/>
          <p:cNvSpPr txBox="1"/>
          <p:nvPr/>
        </p:nvSpPr>
        <p:spPr>
          <a:xfrm>
            <a:off x="7620000" y="4572000"/>
            <a:ext cx="1371600" cy="457200"/>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被乘数</a:t>
            </a:r>
          </a:p>
        </p:txBody>
      </p:sp>
      <p:sp>
        <p:nvSpPr>
          <p:cNvPr id="677949" name="文本框 677948"/>
          <p:cNvSpPr txBox="1"/>
          <p:nvPr/>
        </p:nvSpPr>
        <p:spPr>
          <a:xfrm>
            <a:off x="7620000" y="5486400"/>
            <a:ext cx="990600" cy="457200"/>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除数</a:t>
            </a:r>
          </a:p>
        </p:txBody>
      </p:sp>
      <p:sp>
        <p:nvSpPr>
          <p:cNvPr id="677950" name="文本框 677949"/>
          <p:cNvSpPr txBox="1"/>
          <p:nvPr/>
        </p:nvSpPr>
        <p:spPr>
          <a:xfrm>
            <a:off x="3581400" y="2667000"/>
            <a:ext cx="1371600" cy="457200"/>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加法</a:t>
            </a:r>
          </a:p>
        </p:txBody>
      </p:sp>
      <p:sp>
        <p:nvSpPr>
          <p:cNvPr id="677951" name="文本框 677950"/>
          <p:cNvSpPr txBox="1"/>
          <p:nvPr/>
        </p:nvSpPr>
        <p:spPr>
          <a:xfrm>
            <a:off x="3581400" y="3657600"/>
            <a:ext cx="1066800" cy="457200"/>
          </a:xfrm>
          <a:prstGeom prst="rect">
            <a:avLst/>
          </a:prstGeom>
          <a:noFill/>
          <a:ln w="9525">
            <a:noFill/>
          </a:ln>
        </p:spPr>
        <p:txBody>
          <a:bodyPr anchor="t" anchorCtr="0">
            <a:spAutoFit/>
          </a:bodyPr>
          <a:lstStyle/>
          <a:p>
            <a:pPr>
              <a:spcBef>
                <a:spcPct val="20000"/>
              </a:spcBef>
            </a:pPr>
            <a:r>
              <a:rPr lang="zh-CN" altLang="en-US" b="1" dirty="0">
                <a:latin typeface="Times New Roman" panose="02020603050405020304" pitchFamily="18" charset="0"/>
                <a:ea typeface="宋体" panose="02010600030101010101" pitchFamily="2" charset="-122"/>
              </a:rPr>
              <a:t>减法</a:t>
            </a:r>
          </a:p>
        </p:txBody>
      </p:sp>
      <p:sp>
        <p:nvSpPr>
          <p:cNvPr id="677952" name="文本框 677951"/>
          <p:cNvSpPr txBox="1"/>
          <p:nvPr/>
        </p:nvSpPr>
        <p:spPr>
          <a:xfrm>
            <a:off x="3581400" y="4572000"/>
            <a:ext cx="990600" cy="457200"/>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乘法</a:t>
            </a:r>
          </a:p>
        </p:txBody>
      </p:sp>
      <p:sp>
        <p:nvSpPr>
          <p:cNvPr id="677953" name="文本框 677952"/>
          <p:cNvSpPr txBox="1"/>
          <p:nvPr/>
        </p:nvSpPr>
        <p:spPr>
          <a:xfrm>
            <a:off x="3581400" y="5486400"/>
            <a:ext cx="1143000" cy="457200"/>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除法</a:t>
            </a:r>
          </a:p>
        </p:txBody>
      </p:sp>
      <p:sp>
        <p:nvSpPr>
          <p:cNvPr id="677954" name="文本框 677953"/>
          <p:cNvSpPr txBox="1"/>
          <p:nvPr/>
        </p:nvSpPr>
        <p:spPr>
          <a:xfrm>
            <a:off x="4495800" y="2903538"/>
            <a:ext cx="1828800" cy="457200"/>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和</a:t>
            </a:r>
          </a:p>
        </p:txBody>
      </p:sp>
      <p:sp>
        <p:nvSpPr>
          <p:cNvPr id="677955" name="文本框 677954"/>
          <p:cNvSpPr txBox="1"/>
          <p:nvPr/>
        </p:nvSpPr>
        <p:spPr>
          <a:xfrm>
            <a:off x="4495800" y="3849688"/>
            <a:ext cx="1828800" cy="457200"/>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差</a:t>
            </a:r>
          </a:p>
        </p:txBody>
      </p:sp>
      <p:sp>
        <p:nvSpPr>
          <p:cNvPr id="677956" name="文本框 677955"/>
          <p:cNvSpPr txBox="1"/>
          <p:nvPr/>
        </p:nvSpPr>
        <p:spPr>
          <a:xfrm>
            <a:off x="4495800" y="5638800"/>
            <a:ext cx="1828800" cy="457200"/>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余数</a:t>
            </a:r>
          </a:p>
        </p:txBody>
      </p:sp>
      <p:grpSp>
        <p:nvGrpSpPr>
          <p:cNvPr id="677957" name="组合 677956"/>
          <p:cNvGrpSpPr/>
          <p:nvPr/>
        </p:nvGrpSpPr>
        <p:grpSpPr>
          <a:xfrm>
            <a:off x="4495800" y="4551363"/>
            <a:ext cx="3429000" cy="630237"/>
            <a:chOff x="2832" y="2867"/>
            <a:chExt cx="2160" cy="397"/>
          </a:xfrm>
        </p:grpSpPr>
        <p:sp>
          <p:nvSpPr>
            <p:cNvPr id="35909" name="文本框 677957"/>
            <p:cNvSpPr txBox="1"/>
            <p:nvPr/>
          </p:nvSpPr>
          <p:spPr>
            <a:xfrm>
              <a:off x="2832" y="2867"/>
              <a:ext cx="1200" cy="288"/>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乘积高位</a:t>
              </a:r>
            </a:p>
          </p:txBody>
        </p:sp>
        <p:sp>
          <p:nvSpPr>
            <p:cNvPr id="35910" name="文本框 677958"/>
            <p:cNvSpPr txBox="1"/>
            <p:nvPr/>
          </p:nvSpPr>
          <p:spPr>
            <a:xfrm>
              <a:off x="3792" y="2976"/>
              <a:ext cx="1200" cy="288"/>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乘积低位</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7923"/>
                                        </p:tgtEl>
                                        <p:attrNameLst>
                                          <p:attrName>style.visibility</p:attrName>
                                        </p:attrNameLst>
                                      </p:cBhvr>
                                      <p:to>
                                        <p:strVal val="visible"/>
                                      </p:to>
                                    </p:set>
                                    <p:animEffect transition="in" filter="blinds(horizontal)">
                                      <p:cBhvr>
                                        <p:cTn id="7" dur="500"/>
                                        <p:tgtEl>
                                          <p:spTgt spid="67792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677925"/>
                                        </p:tgtEl>
                                        <p:attrNameLst>
                                          <p:attrName>style.visibility</p:attrName>
                                        </p:attrNameLst>
                                      </p:cBhvr>
                                      <p:to>
                                        <p:strVal val="visible"/>
                                      </p:to>
                                    </p:set>
                                    <p:animEffect transition="in" filter="barn(outVertical)">
                                      <p:cBhvr>
                                        <p:cTn id="12" dur="500"/>
                                        <p:tgtEl>
                                          <p:spTgt spid="67792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677890"/>
                                        </p:tgtEl>
                                        <p:attrNameLst>
                                          <p:attrName>style.visibility</p:attrName>
                                        </p:attrNameLst>
                                      </p:cBhvr>
                                      <p:to>
                                        <p:strVal val="visible"/>
                                      </p:to>
                                    </p:set>
                                    <p:animEffect transition="in" filter="barn(outVertical)">
                                      <p:cBhvr>
                                        <p:cTn id="17" dur="500"/>
                                        <p:tgtEl>
                                          <p:spTgt spid="67789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77950"/>
                                        </p:tgtEl>
                                        <p:attrNameLst>
                                          <p:attrName>style.visibility</p:attrName>
                                        </p:attrNameLst>
                                      </p:cBhvr>
                                      <p:to>
                                        <p:strVal val="visible"/>
                                      </p:to>
                                    </p:set>
                                    <p:animEffect transition="in" filter="blinds(horizontal)">
                                      <p:cBhvr>
                                        <p:cTn id="22" dur="500"/>
                                        <p:tgtEl>
                                          <p:spTgt spid="67795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77941"/>
                                        </p:tgtEl>
                                        <p:attrNameLst>
                                          <p:attrName>style.visibility</p:attrName>
                                        </p:attrNameLst>
                                      </p:cBhvr>
                                      <p:to>
                                        <p:strVal val="visible"/>
                                      </p:to>
                                    </p:set>
                                    <p:animEffect transition="in" filter="blinds(horizontal)">
                                      <p:cBhvr>
                                        <p:cTn id="27" dur="500"/>
                                        <p:tgtEl>
                                          <p:spTgt spid="67794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77946"/>
                                        </p:tgtEl>
                                        <p:attrNameLst>
                                          <p:attrName>style.visibility</p:attrName>
                                        </p:attrNameLst>
                                      </p:cBhvr>
                                      <p:to>
                                        <p:strVal val="visible"/>
                                      </p:to>
                                    </p:set>
                                    <p:animEffect transition="in" filter="blinds(horizontal)">
                                      <p:cBhvr>
                                        <p:cTn id="32" dur="500"/>
                                        <p:tgtEl>
                                          <p:spTgt spid="67794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77954"/>
                                        </p:tgtEl>
                                        <p:attrNameLst>
                                          <p:attrName>style.visibility</p:attrName>
                                        </p:attrNameLst>
                                      </p:cBhvr>
                                      <p:to>
                                        <p:strVal val="visible"/>
                                      </p:to>
                                    </p:set>
                                    <p:animEffect transition="in" filter="blinds(horizontal)">
                                      <p:cBhvr>
                                        <p:cTn id="37" dur="500"/>
                                        <p:tgtEl>
                                          <p:spTgt spid="67795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77951"/>
                                        </p:tgtEl>
                                        <p:attrNameLst>
                                          <p:attrName>style.visibility</p:attrName>
                                        </p:attrNameLst>
                                      </p:cBhvr>
                                      <p:to>
                                        <p:strVal val="visible"/>
                                      </p:to>
                                    </p:set>
                                    <p:animEffect transition="in" filter="blinds(horizontal)">
                                      <p:cBhvr>
                                        <p:cTn id="42" dur="500"/>
                                        <p:tgtEl>
                                          <p:spTgt spid="67795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77942"/>
                                        </p:tgtEl>
                                        <p:attrNameLst>
                                          <p:attrName>style.visibility</p:attrName>
                                        </p:attrNameLst>
                                      </p:cBhvr>
                                      <p:to>
                                        <p:strVal val="visible"/>
                                      </p:to>
                                    </p:set>
                                    <p:animEffect transition="in" filter="blinds(horizontal)">
                                      <p:cBhvr>
                                        <p:cTn id="47" dur="500"/>
                                        <p:tgtEl>
                                          <p:spTgt spid="67794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77947"/>
                                        </p:tgtEl>
                                        <p:attrNameLst>
                                          <p:attrName>style.visibility</p:attrName>
                                        </p:attrNameLst>
                                      </p:cBhvr>
                                      <p:to>
                                        <p:strVal val="visible"/>
                                      </p:to>
                                    </p:set>
                                    <p:animEffect transition="in" filter="blinds(horizontal)">
                                      <p:cBhvr>
                                        <p:cTn id="52" dur="500"/>
                                        <p:tgtEl>
                                          <p:spTgt spid="67794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77955"/>
                                        </p:tgtEl>
                                        <p:attrNameLst>
                                          <p:attrName>style.visibility</p:attrName>
                                        </p:attrNameLst>
                                      </p:cBhvr>
                                      <p:to>
                                        <p:strVal val="visible"/>
                                      </p:to>
                                    </p:set>
                                    <p:animEffect transition="in" filter="blinds(horizontal)">
                                      <p:cBhvr>
                                        <p:cTn id="57" dur="500"/>
                                        <p:tgtEl>
                                          <p:spTgt spid="677955"/>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77952"/>
                                        </p:tgtEl>
                                        <p:attrNameLst>
                                          <p:attrName>style.visibility</p:attrName>
                                        </p:attrNameLst>
                                      </p:cBhvr>
                                      <p:to>
                                        <p:strVal val="visible"/>
                                      </p:to>
                                    </p:set>
                                    <p:animEffect transition="in" filter="blinds(horizontal)">
                                      <p:cBhvr>
                                        <p:cTn id="62" dur="500"/>
                                        <p:tgtEl>
                                          <p:spTgt spid="677952"/>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77948"/>
                                        </p:tgtEl>
                                        <p:attrNameLst>
                                          <p:attrName>style.visibility</p:attrName>
                                        </p:attrNameLst>
                                      </p:cBhvr>
                                      <p:to>
                                        <p:strVal val="visible"/>
                                      </p:to>
                                    </p:set>
                                    <p:animEffect transition="in" filter="blinds(horizontal)">
                                      <p:cBhvr>
                                        <p:cTn id="67" dur="500"/>
                                        <p:tgtEl>
                                          <p:spTgt spid="677948"/>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677944"/>
                                        </p:tgtEl>
                                        <p:attrNameLst>
                                          <p:attrName>style.visibility</p:attrName>
                                        </p:attrNameLst>
                                      </p:cBhvr>
                                      <p:to>
                                        <p:strVal val="visible"/>
                                      </p:to>
                                    </p:set>
                                    <p:animEffect transition="in" filter="blinds(horizontal)">
                                      <p:cBhvr>
                                        <p:cTn id="72" dur="500"/>
                                        <p:tgtEl>
                                          <p:spTgt spid="677944"/>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677957"/>
                                        </p:tgtEl>
                                        <p:attrNameLst>
                                          <p:attrName>style.visibility</p:attrName>
                                        </p:attrNameLst>
                                      </p:cBhvr>
                                      <p:to>
                                        <p:strVal val="visible"/>
                                      </p:to>
                                    </p:set>
                                    <p:animEffect transition="in" filter="blinds(horizontal)">
                                      <p:cBhvr>
                                        <p:cTn id="77" dur="500"/>
                                        <p:tgtEl>
                                          <p:spTgt spid="677957"/>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677953"/>
                                        </p:tgtEl>
                                        <p:attrNameLst>
                                          <p:attrName>style.visibility</p:attrName>
                                        </p:attrNameLst>
                                      </p:cBhvr>
                                      <p:to>
                                        <p:strVal val="visible"/>
                                      </p:to>
                                    </p:set>
                                    <p:animEffect transition="in" filter="blinds(horizontal)">
                                      <p:cBhvr>
                                        <p:cTn id="82" dur="500"/>
                                        <p:tgtEl>
                                          <p:spTgt spid="677953"/>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677943"/>
                                        </p:tgtEl>
                                        <p:attrNameLst>
                                          <p:attrName>style.visibility</p:attrName>
                                        </p:attrNameLst>
                                      </p:cBhvr>
                                      <p:to>
                                        <p:strVal val="visible"/>
                                      </p:to>
                                    </p:set>
                                    <p:animEffect transition="in" filter="blinds(horizontal)">
                                      <p:cBhvr>
                                        <p:cTn id="87" dur="500"/>
                                        <p:tgtEl>
                                          <p:spTgt spid="677943"/>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677949"/>
                                        </p:tgtEl>
                                        <p:attrNameLst>
                                          <p:attrName>style.visibility</p:attrName>
                                        </p:attrNameLst>
                                      </p:cBhvr>
                                      <p:to>
                                        <p:strVal val="visible"/>
                                      </p:to>
                                    </p:set>
                                    <p:animEffect transition="in" filter="blinds(horizontal)">
                                      <p:cBhvr>
                                        <p:cTn id="92" dur="500"/>
                                        <p:tgtEl>
                                          <p:spTgt spid="677949"/>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677945"/>
                                        </p:tgtEl>
                                        <p:attrNameLst>
                                          <p:attrName>style.visibility</p:attrName>
                                        </p:attrNameLst>
                                      </p:cBhvr>
                                      <p:to>
                                        <p:strVal val="visible"/>
                                      </p:to>
                                    </p:set>
                                    <p:animEffect transition="in" filter="blinds(horizontal)">
                                      <p:cBhvr>
                                        <p:cTn id="97" dur="500"/>
                                        <p:tgtEl>
                                          <p:spTgt spid="677945"/>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677956"/>
                                        </p:tgtEl>
                                        <p:attrNameLst>
                                          <p:attrName>style.visibility</p:attrName>
                                        </p:attrNameLst>
                                      </p:cBhvr>
                                      <p:to>
                                        <p:strVal val="visible"/>
                                      </p:to>
                                    </p:set>
                                    <p:animEffect transition="in" filter="blinds(horizontal)">
                                      <p:cBhvr>
                                        <p:cTn id="102" dur="500"/>
                                        <p:tgtEl>
                                          <p:spTgt spid="677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923" grpId="0"/>
      <p:bldP spid="677941" grpId="0"/>
      <p:bldP spid="677942" grpId="0"/>
      <p:bldP spid="677943" grpId="0"/>
      <p:bldP spid="677944" grpId="0"/>
      <p:bldP spid="677945" grpId="0"/>
      <p:bldP spid="677946" grpId="0"/>
      <p:bldP spid="677947" grpId="0"/>
      <p:bldP spid="677948" grpId="0"/>
      <p:bldP spid="677949" grpId="0"/>
      <p:bldP spid="677950" grpId="0"/>
      <p:bldP spid="677951" grpId="0"/>
      <p:bldP spid="677952" grpId="0"/>
      <p:bldP spid="677953" grpId="0"/>
      <p:bldP spid="677954" grpId="0"/>
      <p:bldP spid="677955" grpId="0"/>
      <p:bldP spid="67795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文本框 683009"/>
          <p:cNvSpPr txBox="1"/>
          <p:nvPr/>
        </p:nvSpPr>
        <p:spPr>
          <a:xfrm>
            <a:off x="2879725" y="1473200"/>
            <a:ext cx="1255713" cy="519113"/>
          </a:xfrm>
          <a:prstGeom prst="rect">
            <a:avLst/>
          </a:prstGeom>
          <a:noFill/>
          <a:ln w="9525">
            <a:noFill/>
          </a:ln>
        </p:spPr>
        <p:txBody>
          <a:bodyPr wrap="none"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存储体</a:t>
            </a:r>
          </a:p>
        </p:txBody>
      </p:sp>
      <p:sp>
        <p:nvSpPr>
          <p:cNvPr id="683011" name="文本框 683010"/>
          <p:cNvSpPr txBox="1"/>
          <p:nvPr/>
        </p:nvSpPr>
        <p:spPr>
          <a:xfrm>
            <a:off x="3124200" y="2082800"/>
            <a:ext cx="898525" cy="519113"/>
          </a:xfrm>
          <a:prstGeom prst="rect">
            <a:avLst/>
          </a:prstGeom>
          <a:noFill/>
          <a:ln w="9525">
            <a:noFill/>
          </a:ln>
        </p:spPr>
        <p:txBody>
          <a:bodyPr wrap="none"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大楼</a:t>
            </a:r>
          </a:p>
        </p:txBody>
      </p:sp>
      <p:sp>
        <p:nvSpPr>
          <p:cNvPr id="683012" name="文本框 683011"/>
          <p:cNvSpPr txBox="1"/>
          <p:nvPr/>
        </p:nvSpPr>
        <p:spPr>
          <a:xfrm>
            <a:off x="2971800" y="2743200"/>
            <a:ext cx="5789613" cy="519113"/>
          </a:xfrm>
          <a:prstGeom prst="rect">
            <a:avLst/>
          </a:prstGeom>
          <a:noFill/>
          <a:ln w="9525">
            <a:noFill/>
          </a:ln>
        </p:spPr>
        <p:txBody>
          <a:bodyPr anchor="t" anchorCtr="0">
            <a:spAutoFit/>
          </a:bodyPr>
          <a:lstStyle/>
          <a:p>
            <a:pPr>
              <a:spcBef>
                <a:spcPct val="20000"/>
              </a:spcBef>
            </a:pPr>
            <a:r>
              <a:rPr lang="zh-CN" altLang="en-US" sz="2800" b="1" dirty="0">
                <a:solidFill>
                  <a:srgbClr val="0000FF"/>
                </a:solidFill>
                <a:latin typeface="宋体" panose="02010600030101010101" pitchFamily="2" charset="-122"/>
                <a:ea typeface="宋体" panose="02010600030101010101" pitchFamily="2" charset="-122"/>
              </a:rPr>
              <a:t>存储单元</a:t>
            </a:r>
            <a:r>
              <a:rPr lang="zh-CN" altLang="en-US" sz="2800" b="1" dirty="0">
                <a:solidFill>
                  <a:schemeClr val="folHlink"/>
                </a:solidFill>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存放一串二进制代码</a:t>
            </a:r>
          </a:p>
        </p:txBody>
      </p:sp>
      <p:sp>
        <p:nvSpPr>
          <p:cNvPr id="683013" name="文本框 683012"/>
          <p:cNvSpPr txBox="1"/>
          <p:nvPr/>
        </p:nvSpPr>
        <p:spPr>
          <a:xfrm>
            <a:off x="2971800" y="3448050"/>
            <a:ext cx="6975475" cy="519113"/>
          </a:xfrm>
          <a:prstGeom prst="rect">
            <a:avLst/>
          </a:prstGeom>
          <a:noFill/>
          <a:ln w="9525">
            <a:noFill/>
          </a:ln>
        </p:spPr>
        <p:txBody>
          <a:bodyPr anchor="t" anchorCtr="0">
            <a:spAutoFit/>
          </a:bodyPr>
          <a:lstStyle/>
          <a:p>
            <a:pPr>
              <a:spcBef>
                <a:spcPct val="20000"/>
              </a:spcBef>
            </a:pPr>
            <a:r>
              <a:rPr lang="zh-CN" altLang="en-US" sz="2800" b="1" dirty="0">
                <a:solidFill>
                  <a:srgbClr val="0000FF"/>
                </a:solidFill>
                <a:latin typeface="宋体" panose="02010600030101010101" pitchFamily="2" charset="-122"/>
                <a:ea typeface="宋体" panose="02010600030101010101" pitchFamily="2" charset="-122"/>
              </a:rPr>
              <a:t>存储字</a:t>
            </a:r>
            <a:r>
              <a:rPr lang="zh-CN" altLang="en-US" sz="2800" b="1" dirty="0">
                <a:solidFill>
                  <a:schemeClr val="folHlink"/>
                </a:solidFill>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存储单元中二进制代码的组合</a:t>
            </a:r>
          </a:p>
        </p:txBody>
      </p:sp>
      <p:sp>
        <p:nvSpPr>
          <p:cNvPr id="683014" name="文本框 683013"/>
          <p:cNvSpPr txBox="1"/>
          <p:nvPr/>
        </p:nvSpPr>
        <p:spPr>
          <a:xfrm>
            <a:off x="2971800" y="4152900"/>
            <a:ext cx="6629400" cy="519113"/>
          </a:xfrm>
          <a:prstGeom prst="rect">
            <a:avLst/>
          </a:prstGeom>
          <a:noFill/>
          <a:ln w="9525">
            <a:noFill/>
          </a:ln>
        </p:spPr>
        <p:txBody>
          <a:bodyPr anchor="t" anchorCtr="0">
            <a:spAutoFit/>
          </a:bodyPr>
          <a:lstStyle/>
          <a:p>
            <a:pPr>
              <a:spcBef>
                <a:spcPct val="20000"/>
              </a:spcBef>
            </a:pPr>
            <a:r>
              <a:rPr lang="zh-CN" altLang="en-US" sz="2800" b="1" dirty="0">
                <a:solidFill>
                  <a:srgbClr val="0000FF"/>
                </a:solidFill>
                <a:latin typeface="宋体" panose="02010600030101010101" pitchFamily="2" charset="-122"/>
                <a:ea typeface="宋体" panose="02010600030101010101" pitchFamily="2" charset="-122"/>
              </a:rPr>
              <a:t>存储字长</a:t>
            </a:r>
            <a:r>
              <a:rPr lang="zh-CN" altLang="en-US" sz="2800" b="1" dirty="0">
                <a:solidFill>
                  <a:schemeClr val="folHlink"/>
                </a:solidFill>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存储单元中二进制代码的位数</a:t>
            </a:r>
          </a:p>
        </p:txBody>
      </p:sp>
      <p:sp>
        <p:nvSpPr>
          <p:cNvPr id="683015" name="文本框 683014"/>
          <p:cNvSpPr txBox="1"/>
          <p:nvPr/>
        </p:nvSpPr>
        <p:spPr>
          <a:xfrm>
            <a:off x="4613275" y="4857750"/>
            <a:ext cx="4835525" cy="457200"/>
          </a:xfrm>
          <a:prstGeom prst="rect">
            <a:avLst/>
          </a:prstGeom>
          <a:noFill/>
          <a:ln w="9525">
            <a:noFill/>
          </a:ln>
        </p:spPr>
        <p:txBody>
          <a:bodyPr anchor="t" anchorCtr="0">
            <a:spAutoFit/>
          </a:bodyPr>
          <a:lstStyle/>
          <a:p>
            <a:pPr>
              <a:spcBef>
                <a:spcPct val="20000"/>
              </a:spcBef>
            </a:pPr>
            <a:r>
              <a:rPr lang="zh-CN" altLang="en-US" b="1" dirty="0">
                <a:latin typeface="宋体" panose="02010600030101010101" pitchFamily="2" charset="-122"/>
                <a:ea typeface="宋体" panose="02010600030101010101" pitchFamily="2" charset="-122"/>
              </a:rPr>
              <a:t>每个存储单元赋予一个地址号</a:t>
            </a:r>
          </a:p>
        </p:txBody>
      </p:sp>
      <p:sp>
        <p:nvSpPr>
          <p:cNvPr id="683016" name="文本框 683015"/>
          <p:cNvSpPr txBox="1"/>
          <p:nvPr/>
        </p:nvSpPr>
        <p:spPr>
          <a:xfrm>
            <a:off x="2973388" y="5500688"/>
            <a:ext cx="1970087" cy="519112"/>
          </a:xfrm>
          <a:prstGeom prst="rect">
            <a:avLst/>
          </a:prstGeom>
          <a:noFill/>
          <a:ln w="9525">
            <a:noFill/>
          </a:ln>
        </p:spPr>
        <p:txBody>
          <a:bodyPr wrap="none" anchor="t" anchorCtr="0">
            <a:spAutoFit/>
          </a:bodyPr>
          <a:lstStyle/>
          <a:p>
            <a:pPr algn="ctr">
              <a:spcBef>
                <a:spcPct val="20000"/>
              </a:spcBef>
            </a:pPr>
            <a:r>
              <a:rPr lang="zh-CN" altLang="en-US" sz="2800" b="1" dirty="0">
                <a:solidFill>
                  <a:srgbClr val="0000FF"/>
                </a:solidFill>
                <a:latin typeface="宋体" panose="02010600030101010101" pitchFamily="2" charset="-122"/>
                <a:ea typeface="宋体" panose="02010600030101010101" pitchFamily="2" charset="-122"/>
              </a:rPr>
              <a:t>按地址寻访</a:t>
            </a:r>
          </a:p>
        </p:txBody>
      </p:sp>
      <p:sp>
        <p:nvSpPr>
          <p:cNvPr id="683017" name="文本框 683016"/>
          <p:cNvSpPr txBox="1"/>
          <p:nvPr/>
        </p:nvSpPr>
        <p:spPr>
          <a:xfrm>
            <a:off x="4103688" y="1495425"/>
            <a:ext cx="1978025" cy="519113"/>
          </a:xfrm>
          <a:prstGeom prst="rect">
            <a:avLst/>
          </a:prstGeom>
          <a:noFill/>
          <a:ln w="9525">
            <a:noFill/>
          </a:ln>
        </p:spPr>
        <p:txBody>
          <a:bodyPr wrap="none" anchor="t" anchorCtr="0">
            <a:spAutoFit/>
          </a:bodyPr>
          <a:lstStyle/>
          <a:p>
            <a:pPr>
              <a:spcBef>
                <a:spcPct val="20000"/>
              </a:spcBef>
            </a:pP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存储单元</a:t>
            </a:r>
          </a:p>
        </p:txBody>
      </p:sp>
      <p:sp>
        <p:nvSpPr>
          <p:cNvPr id="683018" name="文本框 683017"/>
          <p:cNvSpPr txBox="1"/>
          <p:nvPr/>
        </p:nvSpPr>
        <p:spPr>
          <a:xfrm>
            <a:off x="5995988" y="1495425"/>
            <a:ext cx="1978025" cy="519113"/>
          </a:xfrm>
          <a:prstGeom prst="rect">
            <a:avLst/>
          </a:prstGeom>
          <a:noFill/>
          <a:ln w="9525">
            <a:noFill/>
          </a:ln>
        </p:spPr>
        <p:txBody>
          <a:bodyPr wrap="none" anchor="t" anchorCtr="0">
            <a:spAutoFit/>
          </a:bodyPr>
          <a:lstStyle/>
          <a:p>
            <a:pPr>
              <a:spcBef>
                <a:spcPct val="20000"/>
              </a:spcBef>
            </a:pP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存储元件</a:t>
            </a:r>
          </a:p>
        </p:txBody>
      </p:sp>
      <p:sp>
        <p:nvSpPr>
          <p:cNvPr id="683019" name="文本框 683018"/>
          <p:cNvSpPr txBox="1"/>
          <p:nvPr/>
        </p:nvSpPr>
        <p:spPr>
          <a:xfrm>
            <a:off x="7880350" y="1516063"/>
            <a:ext cx="1103313" cy="427037"/>
          </a:xfrm>
          <a:prstGeom prst="rect">
            <a:avLst/>
          </a:prstGeom>
          <a:noFill/>
          <a:ln w="9525">
            <a:noFill/>
          </a:ln>
        </p:spPr>
        <p:txBody>
          <a:bodyPr wrap="none" anchor="t" anchorCtr="0">
            <a:spAutoFit/>
          </a:bodyPr>
          <a:lstStyle/>
          <a:p>
            <a:pPr algn="ctr">
              <a:spcBef>
                <a:spcPct val="20000"/>
              </a:spcBef>
            </a:pPr>
            <a:r>
              <a:rPr lang="zh-CN" altLang="en-US" sz="2200" b="1" dirty="0">
                <a:latin typeface="宋体" panose="02010600030101010101" pitchFamily="2" charset="-122"/>
                <a:ea typeface="宋体" panose="02010600030101010101" pitchFamily="2" charset="-122"/>
              </a:rPr>
              <a:t>（</a:t>
            </a:r>
            <a:r>
              <a:rPr lang="en-US" altLang="zh-CN" sz="2200" b="1">
                <a:latin typeface="Times New Roman" panose="02020603050405020304" pitchFamily="18" charset="0"/>
                <a:ea typeface="宋体" panose="02010600030101010101" pitchFamily="2" charset="-122"/>
              </a:rPr>
              <a:t>0/1</a:t>
            </a:r>
            <a:r>
              <a:rPr lang="zh-CN" altLang="en-US" sz="2200" b="1" dirty="0">
                <a:latin typeface="宋体" panose="02010600030101010101" pitchFamily="2" charset="-122"/>
                <a:ea typeface="宋体" panose="02010600030101010101" pitchFamily="2" charset="-122"/>
              </a:rPr>
              <a:t>）</a:t>
            </a:r>
          </a:p>
        </p:txBody>
      </p:sp>
      <p:sp>
        <p:nvSpPr>
          <p:cNvPr id="683020" name="文本框 683019"/>
          <p:cNvSpPr txBox="1"/>
          <p:nvPr/>
        </p:nvSpPr>
        <p:spPr>
          <a:xfrm>
            <a:off x="4103688" y="2082800"/>
            <a:ext cx="1492250" cy="519113"/>
          </a:xfrm>
          <a:prstGeom prst="rect">
            <a:avLst/>
          </a:prstGeom>
          <a:noFill/>
          <a:ln w="9525">
            <a:noFill/>
          </a:ln>
        </p:spPr>
        <p:txBody>
          <a:bodyPr wrap="none" anchor="t" anchorCtr="0">
            <a:spAutoFit/>
          </a:bodyPr>
          <a:lstStyle/>
          <a:p>
            <a:pPr>
              <a:spcBef>
                <a:spcPct val="20000"/>
              </a:spcBef>
            </a:pPr>
            <a:r>
              <a:rPr lang="en-US" altLang="zh-CN" sz="2800" b="1">
                <a:latin typeface="宋体" panose="02010600030101010101" pitchFamily="2" charset="-122"/>
                <a:ea typeface="宋体" panose="02010600030101010101" pitchFamily="2" charset="-122"/>
              </a:rPr>
              <a:t>–  </a:t>
            </a:r>
            <a:r>
              <a:rPr lang="en-US" altLang="zh-CN" sz="900" b="1">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房间</a:t>
            </a:r>
          </a:p>
        </p:txBody>
      </p:sp>
      <p:sp>
        <p:nvSpPr>
          <p:cNvPr id="683021" name="文本框 683020"/>
          <p:cNvSpPr txBox="1"/>
          <p:nvPr/>
        </p:nvSpPr>
        <p:spPr>
          <a:xfrm>
            <a:off x="5995988" y="2082800"/>
            <a:ext cx="1700212" cy="519113"/>
          </a:xfrm>
          <a:prstGeom prst="rect">
            <a:avLst/>
          </a:prstGeom>
          <a:noFill/>
          <a:ln w="9525">
            <a:noFill/>
          </a:ln>
        </p:spPr>
        <p:txBody>
          <a:bodyPr anchor="t" anchorCtr="0">
            <a:spAutoFit/>
          </a:bodyPr>
          <a:lstStyle/>
          <a:p>
            <a:pPr>
              <a:spcBef>
                <a:spcPct val="20000"/>
              </a:spcBef>
            </a:pPr>
            <a:r>
              <a:rPr lang="en-US" altLang="zh-CN" sz="2800" b="1">
                <a:latin typeface="宋体" panose="02010600030101010101" pitchFamily="2" charset="-122"/>
                <a:ea typeface="宋体" panose="02010600030101010101" pitchFamily="2" charset="-122"/>
              </a:rPr>
              <a:t>– </a:t>
            </a:r>
            <a:r>
              <a:rPr lang="en-US" altLang="zh-CN" sz="900" b="1">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床位</a:t>
            </a:r>
          </a:p>
        </p:txBody>
      </p:sp>
      <p:sp>
        <p:nvSpPr>
          <p:cNvPr id="683022" name="文本框 683021"/>
          <p:cNvSpPr txBox="1"/>
          <p:nvPr/>
        </p:nvSpPr>
        <p:spPr>
          <a:xfrm>
            <a:off x="7158038" y="2108200"/>
            <a:ext cx="2062162" cy="427038"/>
          </a:xfrm>
          <a:prstGeom prst="rect">
            <a:avLst/>
          </a:prstGeom>
          <a:noFill/>
          <a:ln w="9525">
            <a:noFill/>
          </a:ln>
        </p:spPr>
        <p:txBody>
          <a:bodyPr wrap="none" anchor="t" anchorCtr="0">
            <a:spAutoFit/>
          </a:bodyPr>
          <a:lstStyle/>
          <a:p>
            <a:pPr algn="ctr">
              <a:spcBef>
                <a:spcPct val="20000"/>
              </a:spcBef>
            </a:pPr>
            <a:r>
              <a:rPr lang="zh-CN" altLang="en-US" sz="2200" b="1" dirty="0">
                <a:latin typeface="宋体" panose="02010600030101010101" pitchFamily="2" charset="-122"/>
                <a:ea typeface="宋体" panose="02010600030101010101" pitchFamily="2" charset="-122"/>
              </a:rPr>
              <a:t>（无人</a:t>
            </a:r>
            <a:r>
              <a:rPr lang="en-US" altLang="zh-CN" sz="2200" b="1">
                <a:latin typeface="宋体" panose="02010600030101010101" pitchFamily="2" charset="-122"/>
                <a:ea typeface="宋体" panose="02010600030101010101" pitchFamily="2" charset="-122"/>
              </a:rPr>
              <a:t>/</a:t>
            </a:r>
            <a:r>
              <a:rPr lang="en-US" altLang="zh-CN" sz="800" b="1">
                <a:latin typeface="宋体" panose="02010600030101010101" pitchFamily="2" charset="-122"/>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有人）</a:t>
            </a:r>
          </a:p>
        </p:txBody>
      </p:sp>
      <p:sp>
        <p:nvSpPr>
          <p:cNvPr id="38926" name="文本框 683022"/>
          <p:cNvSpPr txBox="1"/>
          <p:nvPr/>
        </p:nvSpPr>
        <p:spPr>
          <a:xfrm>
            <a:off x="793750" y="409575"/>
            <a:ext cx="4543425" cy="641350"/>
          </a:xfrm>
          <a:prstGeom prst="rect">
            <a:avLst/>
          </a:prstGeom>
          <a:noFill/>
          <a:ln w="9525">
            <a:noFill/>
          </a:ln>
        </p:spPr>
        <p:txBody>
          <a:bodyPr wrap="none" anchor="t" anchorCtr="0">
            <a:spAutoFit/>
          </a:bodyPr>
          <a:lstStyle/>
          <a:p>
            <a:pPr>
              <a:spcBef>
                <a:spcPct val="20000"/>
              </a:spcBef>
            </a:pPr>
            <a:r>
              <a:rPr lang="en-US" altLang="zh-CN" sz="3600" b="1">
                <a:latin typeface="宋体" panose="02010600030101010101" pitchFamily="2" charset="-122"/>
                <a:ea typeface="宋体" panose="02010600030101010101" pitchFamily="2" charset="-122"/>
              </a:rPr>
              <a:t>(</a:t>
            </a:r>
            <a:r>
              <a:rPr lang="en-US" altLang="zh-CN" sz="3600" b="1">
                <a:latin typeface="Times New Roman" panose="02020603050405020304" pitchFamily="18" charset="0"/>
                <a:ea typeface="宋体" panose="02010600030101010101" pitchFamily="2" charset="-122"/>
              </a:rPr>
              <a:t>2</a:t>
            </a:r>
            <a:r>
              <a:rPr lang="en-US" altLang="zh-CN" sz="3600" b="1" dirty="0">
                <a:latin typeface="宋体" panose="02010600030101010101" pitchFamily="2" charset="-122"/>
                <a:ea typeface="宋体" panose="02010600030101010101" pitchFamily="2" charset="-122"/>
              </a:rPr>
              <a:t>)</a:t>
            </a:r>
            <a:r>
              <a:rPr lang="zh-CN" altLang="en-US" sz="3600" b="1" dirty="0">
                <a:latin typeface="宋体" panose="02010600030101010101" pitchFamily="2" charset="-122"/>
                <a:ea typeface="宋体" panose="02010600030101010101" pitchFamily="2" charset="-122"/>
              </a:rPr>
              <a:t>存储器的基本组成</a:t>
            </a:r>
          </a:p>
        </p:txBody>
      </p:sp>
      <p:sp>
        <p:nvSpPr>
          <p:cNvPr id="683024" name="矩形 683023"/>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1.1</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grpSp>
        <p:nvGrpSpPr>
          <p:cNvPr id="683025" name="组合 683024"/>
          <p:cNvGrpSpPr/>
          <p:nvPr/>
        </p:nvGrpSpPr>
        <p:grpSpPr>
          <a:xfrm>
            <a:off x="457200" y="1905000"/>
            <a:ext cx="2209800" cy="3352800"/>
            <a:chOff x="288" y="1200"/>
            <a:chExt cx="1392" cy="2112"/>
          </a:xfrm>
        </p:grpSpPr>
        <p:sp>
          <p:nvSpPr>
            <p:cNvPr id="38929" name="矩形 683025"/>
            <p:cNvSpPr/>
            <p:nvPr/>
          </p:nvSpPr>
          <p:spPr>
            <a:xfrm>
              <a:off x="288" y="1200"/>
              <a:ext cx="1392" cy="2112"/>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8930" name="矩形 683026"/>
            <p:cNvSpPr/>
            <p:nvPr/>
          </p:nvSpPr>
          <p:spPr>
            <a:xfrm>
              <a:off x="602" y="2928"/>
              <a:ext cx="776" cy="230"/>
            </a:xfrm>
            <a:prstGeom prst="rect">
              <a:avLst/>
            </a:prstGeom>
            <a:noFill/>
            <a:ln w="9525">
              <a:noFill/>
            </a:ln>
          </p:spPr>
          <p:txBody>
            <a:bodyPr wrap="none" lIns="0" tIns="0" rIns="0" bIns="0" anchor="t" anchorCtr="0">
              <a:spAutoFit/>
            </a:bodyPr>
            <a:lstStyle/>
            <a:p>
              <a:pPr algn="ctr">
                <a:spcBef>
                  <a:spcPct val="20000"/>
                </a:spcBef>
              </a:pPr>
              <a:r>
                <a:rPr lang="zh-CN" altLang="en-US" b="1" dirty="0">
                  <a:latin typeface="宋体" panose="02010600030101010101" pitchFamily="2" charset="-122"/>
                  <a:ea typeface="宋体" panose="02010600030101010101" pitchFamily="2" charset="-122"/>
                </a:rPr>
                <a:t>主存储器</a:t>
              </a:r>
            </a:p>
          </p:txBody>
        </p:sp>
        <p:sp>
          <p:nvSpPr>
            <p:cNvPr id="38931" name="文本框 683027"/>
            <p:cNvSpPr txBox="1"/>
            <p:nvPr/>
          </p:nvSpPr>
          <p:spPr>
            <a:xfrm>
              <a:off x="575" y="1536"/>
              <a:ext cx="794" cy="327"/>
            </a:xfrm>
            <a:prstGeom prst="rect">
              <a:avLst/>
            </a:prstGeom>
            <a:noFill/>
            <a:ln w="9525">
              <a:noFill/>
            </a:ln>
          </p:spPr>
          <p:txBody>
            <a:bodyPr wrap="none"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存储体</a:t>
              </a:r>
            </a:p>
          </p:txBody>
        </p:sp>
        <p:sp>
          <p:nvSpPr>
            <p:cNvPr id="38932" name="矩形 683028"/>
            <p:cNvSpPr/>
            <p:nvPr/>
          </p:nvSpPr>
          <p:spPr>
            <a:xfrm>
              <a:off x="444" y="1392"/>
              <a:ext cx="1056" cy="672"/>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8933" name="文本框 683029"/>
            <p:cNvSpPr txBox="1"/>
            <p:nvPr/>
          </p:nvSpPr>
          <p:spPr>
            <a:xfrm>
              <a:off x="420" y="2323"/>
              <a:ext cx="458" cy="327"/>
            </a:xfrm>
            <a:prstGeom prst="rect">
              <a:avLst/>
            </a:prstGeom>
            <a:noFill/>
            <a:ln w="28575">
              <a:noFill/>
            </a:ln>
          </p:spPr>
          <p:txBody>
            <a:bodyPr wrap="none" anchor="t" anchorCtr="0">
              <a:spAutoFit/>
            </a:bodyPr>
            <a:lstStyle/>
            <a:p>
              <a:pPr algn="dist">
                <a:spcBef>
                  <a:spcPct val="20000"/>
                </a:spcBef>
              </a:pPr>
              <a:r>
                <a:rPr lang="en-US" altLang="zh-CN" sz="2800" b="1">
                  <a:latin typeface="宋体" panose="02010600030101010101" pitchFamily="2" charset="-122"/>
                  <a:ea typeface="宋体" panose="02010600030101010101" pitchFamily="2" charset="-122"/>
                </a:rPr>
                <a:t>MAR</a:t>
              </a:r>
            </a:p>
          </p:txBody>
        </p:sp>
        <p:sp>
          <p:nvSpPr>
            <p:cNvPr id="38934" name="矩形 683030"/>
            <p:cNvSpPr/>
            <p:nvPr/>
          </p:nvSpPr>
          <p:spPr>
            <a:xfrm>
              <a:off x="384" y="2342"/>
              <a:ext cx="528" cy="336"/>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8935" name="矩形 683031"/>
            <p:cNvSpPr/>
            <p:nvPr/>
          </p:nvSpPr>
          <p:spPr>
            <a:xfrm>
              <a:off x="1056" y="2342"/>
              <a:ext cx="528" cy="336"/>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8936" name="文本框 683032"/>
            <p:cNvSpPr txBox="1"/>
            <p:nvPr/>
          </p:nvSpPr>
          <p:spPr>
            <a:xfrm>
              <a:off x="1078" y="2323"/>
              <a:ext cx="458" cy="327"/>
            </a:xfrm>
            <a:prstGeom prst="rect">
              <a:avLst/>
            </a:prstGeom>
            <a:noFill/>
            <a:ln w="28575">
              <a:noFill/>
            </a:ln>
          </p:spPr>
          <p:txBody>
            <a:bodyPr wrap="none" anchor="t" anchorCtr="0">
              <a:spAutoFit/>
            </a:bodyPr>
            <a:lstStyle/>
            <a:p>
              <a:pPr algn="dist">
                <a:spcBef>
                  <a:spcPct val="20000"/>
                </a:spcBef>
              </a:pPr>
              <a:r>
                <a:rPr lang="en-US" altLang="zh-CN" sz="2800" b="1">
                  <a:latin typeface="宋体" panose="02010600030101010101" pitchFamily="2" charset="-122"/>
                  <a:ea typeface="宋体" panose="02010600030101010101" pitchFamily="2" charset="-122"/>
                </a:rPr>
                <a:t>MDR</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683025"/>
                                        </p:tgtEl>
                                        <p:attrNameLst>
                                          <p:attrName>style.visibility</p:attrName>
                                        </p:attrNameLst>
                                      </p:cBhvr>
                                      <p:to>
                                        <p:strVal val="visible"/>
                                      </p:to>
                                    </p:set>
                                    <p:animEffect transition="in" filter="barn(outVertical)">
                                      <p:cBhvr>
                                        <p:cTn id="7" dur="500"/>
                                        <p:tgtEl>
                                          <p:spTgt spid="68302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83010"/>
                                        </p:tgtEl>
                                        <p:attrNameLst>
                                          <p:attrName>style.visibility</p:attrName>
                                        </p:attrNameLst>
                                      </p:cBhvr>
                                      <p:to>
                                        <p:strVal val="visible"/>
                                      </p:to>
                                    </p:set>
                                    <p:animEffect transition="in" filter="strips(downRight)">
                                      <p:cBhvr>
                                        <p:cTn id="12" dur="500"/>
                                        <p:tgtEl>
                                          <p:spTgt spid="68301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683017"/>
                                        </p:tgtEl>
                                        <p:attrNameLst>
                                          <p:attrName>style.visibility</p:attrName>
                                        </p:attrNameLst>
                                      </p:cBhvr>
                                      <p:to>
                                        <p:strVal val="visible"/>
                                      </p:to>
                                    </p:set>
                                    <p:animEffect transition="in" filter="strips(downRight)">
                                      <p:cBhvr>
                                        <p:cTn id="17" dur="500"/>
                                        <p:tgtEl>
                                          <p:spTgt spid="68301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683018"/>
                                        </p:tgtEl>
                                        <p:attrNameLst>
                                          <p:attrName>style.visibility</p:attrName>
                                        </p:attrNameLst>
                                      </p:cBhvr>
                                      <p:to>
                                        <p:strVal val="visible"/>
                                      </p:to>
                                    </p:set>
                                    <p:animEffect transition="in" filter="strips(downRight)">
                                      <p:cBhvr>
                                        <p:cTn id="22" dur="500"/>
                                        <p:tgtEl>
                                          <p:spTgt spid="68301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683019"/>
                                        </p:tgtEl>
                                        <p:attrNameLst>
                                          <p:attrName>style.visibility</p:attrName>
                                        </p:attrNameLst>
                                      </p:cBhvr>
                                      <p:to>
                                        <p:strVal val="visible"/>
                                      </p:to>
                                    </p:set>
                                    <p:animEffect transition="in" filter="strips(downRight)">
                                      <p:cBhvr>
                                        <p:cTn id="27" dur="500"/>
                                        <p:tgtEl>
                                          <p:spTgt spid="683019"/>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683011"/>
                                        </p:tgtEl>
                                        <p:attrNameLst>
                                          <p:attrName>style.visibility</p:attrName>
                                        </p:attrNameLst>
                                      </p:cBhvr>
                                      <p:to>
                                        <p:strVal val="visible"/>
                                      </p:to>
                                    </p:set>
                                    <p:animEffect transition="in" filter="strips(downRight)">
                                      <p:cBhvr>
                                        <p:cTn id="32" dur="500"/>
                                        <p:tgtEl>
                                          <p:spTgt spid="683011"/>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683020"/>
                                        </p:tgtEl>
                                        <p:attrNameLst>
                                          <p:attrName>style.visibility</p:attrName>
                                        </p:attrNameLst>
                                      </p:cBhvr>
                                      <p:to>
                                        <p:strVal val="visible"/>
                                      </p:to>
                                    </p:set>
                                    <p:animEffect transition="in" filter="strips(downRight)">
                                      <p:cBhvr>
                                        <p:cTn id="37" dur="500"/>
                                        <p:tgtEl>
                                          <p:spTgt spid="683020"/>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683021"/>
                                        </p:tgtEl>
                                        <p:attrNameLst>
                                          <p:attrName>style.visibility</p:attrName>
                                        </p:attrNameLst>
                                      </p:cBhvr>
                                      <p:to>
                                        <p:strVal val="visible"/>
                                      </p:to>
                                    </p:set>
                                    <p:animEffect transition="in" filter="strips(downRight)">
                                      <p:cBhvr>
                                        <p:cTn id="42" dur="500"/>
                                        <p:tgtEl>
                                          <p:spTgt spid="683021"/>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683022"/>
                                        </p:tgtEl>
                                        <p:attrNameLst>
                                          <p:attrName>style.visibility</p:attrName>
                                        </p:attrNameLst>
                                      </p:cBhvr>
                                      <p:to>
                                        <p:strVal val="visible"/>
                                      </p:to>
                                    </p:set>
                                    <p:animEffect transition="in" filter="strips(downRight)">
                                      <p:cBhvr>
                                        <p:cTn id="47" dur="500"/>
                                        <p:tgtEl>
                                          <p:spTgt spid="68302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83012"/>
                                        </p:tgtEl>
                                        <p:attrNameLst>
                                          <p:attrName>style.visibility</p:attrName>
                                        </p:attrNameLst>
                                      </p:cBhvr>
                                      <p:to>
                                        <p:strVal val="visible"/>
                                      </p:to>
                                    </p:set>
                                    <p:animEffect transition="in" filter="blinds(horizontal)">
                                      <p:cBhvr>
                                        <p:cTn id="52" dur="500"/>
                                        <p:tgtEl>
                                          <p:spTgt spid="683012"/>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83013"/>
                                        </p:tgtEl>
                                        <p:attrNameLst>
                                          <p:attrName>style.visibility</p:attrName>
                                        </p:attrNameLst>
                                      </p:cBhvr>
                                      <p:to>
                                        <p:strVal val="visible"/>
                                      </p:to>
                                    </p:set>
                                    <p:animEffect transition="in" filter="blinds(horizontal)">
                                      <p:cBhvr>
                                        <p:cTn id="57" dur="500"/>
                                        <p:tgtEl>
                                          <p:spTgt spid="683013"/>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83014"/>
                                        </p:tgtEl>
                                        <p:attrNameLst>
                                          <p:attrName>style.visibility</p:attrName>
                                        </p:attrNameLst>
                                      </p:cBhvr>
                                      <p:to>
                                        <p:strVal val="visible"/>
                                      </p:to>
                                    </p:set>
                                    <p:animEffect transition="in" filter="blinds(horizontal)">
                                      <p:cBhvr>
                                        <p:cTn id="62" dur="500"/>
                                        <p:tgtEl>
                                          <p:spTgt spid="683014"/>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83015"/>
                                        </p:tgtEl>
                                        <p:attrNameLst>
                                          <p:attrName>style.visibility</p:attrName>
                                        </p:attrNameLst>
                                      </p:cBhvr>
                                      <p:to>
                                        <p:strVal val="visible"/>
                                      </p:to>
                                    </p:set>
                                    <p:animEffect transition="in" filter="blinds(horizontal)">
                                      <p:cBhvr>
                                        <p:cTn id="67" dur="500"/>
                                        <p:tgtEl>
                                          <p:spTgt spid="683015"/>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683016"/>
                                        </p:tgtEl>
                                        <p:attrNameLst>
                                          <p:attrName>style.visibility</p:attrName>
                                        </p:attrNameLst>
                                      </p:cBhvr>
                                      <p:to>
                                        <p:strVal val="visible"/>
                                      </p:to>
                                    </p:set>
                                    <p:animEffect transition="in" filter="blinds(horizontal)">
                                      <p:cBhvr>
                                        <p:cTn id="72" dur="500"/>
                                        <p:tgtEl>
                                          <p:spTgt spid="683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3010" grpId="0"/>
      <p:bldP spid="683011" grpId="0"/>
      <p:bldP spid="683012" grpId="0"/>
      <p:bldP spid="683013" grpId="0"/>
      <p:bldP spid="683014" grpId="0"/>
      <p:bldP spid="683015" grpId="0"/>
      <p:bldP spid="683016" grpId="0"/>
      <p:bldP spid="683017" grpId="0"/>
      <p:bldP spid="683018" grpId="0"/>
      <p:bldP spid="683019" grpId="0"/>
      <p:bldP spid="683020" grpId="0"/>
      <p:bldP spid="683021" grpId="0"/>
      <p:bldP spid="6830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矩形 684033"/>
          <p:cNvSpPr/>
          <p:nvPr/>
        </p:nvSpPr>
        <p:spPr>
          <a:xfrm>
            <a:off x="3390900" y="5456238"/>
            <a:ext cx="838200" cy="914400"/>
          </a:xfrm>
          <a:prstGeom prst="rect">
            <a:avLst/>
          </a:prstGeom>
          <a:solidFill>
            <a:schemeClr val="folHlink"/>
          </a:solidFill>
          <a:ln w="9525"/>
          <a:scene3d>
            <a:camera prst="legacyObliqueTopRight">
              <a:rot lat="0" lon="0" rev="0"/>
            </a:camera>
            <a:lightRig rig="legacyFlat3" dir="b"/>
          </a:scene3d>
          <a:sp3d extrusionH="3630600" prstMaterial="legacyMatte">
            <a:bevelT w="13500" h="13500" prst="angle"/>
            <a:bevelB w="13500" h="13500" prst="angle"/>
            <a:extrusionClr>
              <a:schemeClr val="folHlink"/>
            </a:extrusionClr>
          </a:sp3d>
        </p:spPr>
        <p:txBody>
          <a:bodyPr anchor="t" anchorCtr="0">
            <a:flatTx/>
          </a:bodyPr>
          <a:lstStyle/>
          <a:p>
            <a:endParaRPr lang="zh-CN" altLang="en-US">
              <a:latin typeface="Arial" panose="020B0604020202020204" pitchFamily="34" charset="0"/>
              <a:ea typeface="宋体" panose="02010600030101010101" pitchFamily="2" charset="-122"/>
            </a:endParaRPr>
          </a:p>
        </p:txBody>
      </p:sp>
      <p:sp>
        <p:nvSpPr>
          <p:cNvPr id="684035" name="文本框 684034"/>
          <p:cNvSpPr txBox="1"/>
          <p:nvPr/>
        </p:nvSpPr>
        <p:spPr>
          <a:xfrm>
            <a:off x="4114800" y="1246188"/>
            <a:ext cx="798513" cy="579437"/>
          </a:xfrm>
          <a:prstGeom prst="rect">
            <a:avLst/>
          </a:prstGeom>
          <a:noFill/>
          <a:ln w="9525">
            <a:noFill/>
          </a:ln>
        </p:spPr>
        <p:txBody>
          <a:bodyPr wrap="none" anchor="t" anchorCtr="0">
            <a:spAutoFit/>
          </a:bodyPr>
          <a:lstStyle/>
          <a:p>
            <a:pPr>
              <a:spcBef>
                <a:spcPct val="20000"/>
              </a:spcBef>
            </a:pPr>
            <a:r>
              <a:rPr lang="en-US" altLang="zh-CN" sz="3200" b="1">
                <a:solidFill>
                  <a:srgbClr val="0000FF"/>
                </a:solidFill>
                <a:latin typeface="宋体" panose="02010600030101010101" pitchFamily="2" charset="-122"/>
                <a:ea typeface="宋体" panose="02010600030101010101" pitchFamily="2" charset="-122"/>
              </a:rPr>
              <a:t>MAR</a:t>
            </a:r>
          </a:p>
        </p:txBody>
      </p:sp>
      <p:sp>
        <p:nvSpPr>
          <p:cNvPr id="684036" name="文本框 684035"/>
          <p:cNvSpPr txBox="1"/>
          <p:nvPr/>
        </p:nvSpPr>
        <p:spPr>
          <a:xfrm>
            <a:off x="4114800" y="2489200"/>
            <a:ext cx="798513" cy="579438"/>
          </a:xfrm>
          <a:prstGeom prst="rect">
            <a:avLst/>
          </a:prstGeom>
          <a:noFill/>
          <a:ln w="9525">
            <a:noFill/>
          </a:ln>
        </p:spPr>
        <p:txBody>
          <a:bodyPr wrap="none" anchor="t" anchorCtr="0">
            <a:spAutoFit/>
          </a:bodyPr>
          <a:lstStyle/>
          <a:p>
            <a:pPr>
              <a:spcBef>
                <a:spcPct val="20000"/>
              </a:spcBef>
            </a:pPr>
            <a:r>
              <a:rPr lang="en-US" altLang="zh-CN" sz="3200" b="1">
                <a:solidFill>
                  <a:srgbClr val="0000FF"/>
                </a:solidFill>
                <a:latin typeface="宋体" panose="02010600030101010101" pitchFamily="2" charset="-122"/>
                <a:ea typeface="宋体" panose="02010600030101010101" pitchFamily="2" charset="-122"/>
              </a:rPr>
              <a:t>MDR</a:t>
            </a:r>
          </a:p>
        </p:txBody>
      </p:sp>
      <p:grpSp>
        <p:nvGrpSpPr>
          <p:cNvPr id="684037" name="组合 684036"/>
          <p:cNvGrpSpPr/>
          <p:nvPr/>
        </p:nvGrpSpPr>
        <p:grpSpPr>
          <a:xfrm>
            <a:off x="3348038" y="5084763"/>
            <a:ext cx="6477000" cy="1295400"/>
            <a:chOff x="2112" y="3211"/>
            <a:chExt cx="4080" cy="816"/>
          </a:xfrm>
        </p:grpSpPr>
        <p:grpSp>
          <p:nvGrpSpPr>
            <p:cNvPr id="39941" name="组合 684037"/>
            <p:cNvGrpSpPr/>
            <p:nvPr/>
          </p:nvGrpSpPr>
          <p:grpSpPr>
            <a:xfrm>
              <a:off x="2112" y="3361"/>
              <a:ext cx="600" cy="666"/>
              <a:chOff x="2004" y="3277"/>
              <a:chExt cx="600" cy="666"/>
            </a:xfrm>
          </p:grpSpPr>
          <p:grpSp>
            <p:nvGrpSpPr>
              <p:cNvPr id="39942" name="组合 684038"/>
              <p:cNvGrpSpPr/>
              <p:nvPr/>
            </p:nvGrpSpPr>
            <p:grpSpPr>
              <a:xfrm>
                <a:off x="2004" y="3277"/>
                <a:ext cx="600" cy="234"/>
                <a:chOff x="2052" y="3277"/>
                <a:chExt cx="600" cy="234"/>
              </a:xfrm>
            </p:grpSpPr>
            <p:sp>
              <p:nvSpPr>
                <p:cNvPr id="39943" name="十字星 684039"/>
                <p:cNvSpPr/>
                <p:nvPr/>
              </p:nvSpPr>
              <p:spPr>
                <a:xfrm>
                  <a:off x="2052"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44" name="十字星 684040"/>
                <p:cNvSpPr/>
                <p:nvPr/>
              </p:nvSpPr>
              <p:spPr>
                <a:xfrm>
                  <a:off x="2196"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45" name="十字星 684041"/>
                <p:cNvSpPr/>
                <p:nvPr/>
              </p:nvSpPr>
              <p:spPr>
                <a:xfrm>
                  <a:off x="2340"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46" name="十字星 684042"/>
                <p:cNvSpPr/>
                <p:nvPr/>
              </p:nvSpPr>
              <p:spPr>
                <a:xfrm>
                  <a:off x="2484"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47" name="组合 684043"/>
              <p:cNvGrpSpPr/>
              <p:nvPr/>
            </p:nvGrpSpPr>
            <p:grpSpPr>
              <a:xfrm>
                <a:off x="2004" y="3565"/>
                <a:ext cx="600" cy="234"/>
                <a:chOff x="2052" y="3277"/>
                <a:chExt cx="600" cy="234"/>
              </a:xfrm>
            </p:grpSpPr>
            <p:sp>
              <p:nvSpPr>
                <p:cNvPr id="39948" name="十字星 684044"/>
                <p:cNvSpPr/>
                <p:nvPr/>
              </p:nvSpPr>
              <p:spPr>
                <a:xfrm>
                  <a:off x="2052"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49" name="十字星 684045"/>
                <p:cNvSpPr/>
                <p:nvPr/>
              </p:nvSpPr>
              <p:spPr>
                <a:xfrm>
                  <a:off x="2196"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50" name="十字星 684046"/>
                <p:cNvSpPr/>
                <p:nvPr/>
              </p:nvSpPr>
              <p:spPr>
                <a:xfrm>
                  <a:off x="2340"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51" name="十字星 684047"/>
                <p:cNvSpPr/>
                <p:nvPr/>
              </p:nvSpPr>
              <p:spPr>
                <a:xfrm>
                  <a:off x="2484"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52" name="组合 684048"/>
              <p:cNvGrpSpPr/>
              <p:nvPr/>
            </p:nvGrpSpPr>
            <p:grpSpPr>
              <a:xfrm>
                <a:off x="2004" y="3421"/>
                <a:ext cx="600" cy="234"/>
                <a:chOff x="2052" y="3277"/>
                <a:chExt cx="600" cy="234"/>
              </a:xfrm>
            </p:grpSpPr>
            <p:sp>
              <p:nvSpPr>
                <p:cNvPr id="39953" name="十字星 684049"/>
                <p:cNvSpPr/>
                <p:nvPr/>
              </p:nvSpPr>
              <p:spPr>
                <a:xfrm>
                  <a:off x="2052"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54" name="十字星 684050"/>
                <p:cNvSpPr/>
                <p:nvPr/>
              </p:nvSpPr>
              <p:spPr>
                <a:xfrm>
                  <a:off x="2196"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55" name="十字星 684051"/>
                <p:cNvSpPr/>
                <p:nvPr/>
              </p:nvSpPr>
              <p:spPr>
                <a:xfrm>
                  <a:off x="2340"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56" name="十字星 684052"/>
                <p:cNvSpPr/>
                <p:nvPr/>
              </p:nvSpPr>
              <p:spPr>
                <a:xfrm>
                  <a:off x="2484"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nvGrpSpPr>
              <p:cNvPr id="39957" name="组合 684053"/>
              <p:cNvGrpSpPr/>
              <p:nvPr/>
            </p:nvGrpSpPr>
            <p:grpSpPr>
              <a:xfrm>
                <a:off x="2004" y="3709"/>
                <a:ext cx="600" cy="234"/>
                <a:chOff x="2052" y="3277"/>
                <a:chExt cx="600" cy="234"/>
              </a:xfrm>
            </p:grpSpPr>
            <p:sp>
              <p:nvSpPr>
                <p:cNvPr id="39958" name="十字星 684054"/>
                <p:cNvSpPr/>
                <p:nvPr/>
              </p:nvSpPr>
              <p:spPr>
                <a:xfrm>
                  <a:off x="2052"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59" name="十字星 684055"/>
                <p:cNvSpPr/>
                <p:nvPr/>
              </p:nvSpPr>
              <p:spPr>
                <a:xfrm>
                  <a:off x="2196"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60" name="十字星 684056"/>
                <p:cNvSpPr/>
                <p:nvPr/>
              </p:nvSpPr>
              <p:spPr>
                <a:xfrm>
                  <a:off x="2340"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61" name="十字星 684057"/>
                <p:cNvSpPr/>
                <p:nvPr/>
              </p:nvSpPr>
              <p:spPr>
                <a:xfrm>
                  <a:off x="2484" y="3277"/>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sp>
          <p:nvSpPr>
            <p:cNvPr id="39962" name="文本框 684058"/>
            <p:cNvSpPr txBox="1"/>
            <p:nvPr/>
          </p:nvSpPr>
          <p:spPr>
            <a:xfrm>
              <a:off x="3652" y="3211"/>
              <a:ext cx="2540" cy="327"/>
            </a:xfrm>
            <a:prstGeom prst="rect">
              <a:avLst/>
            </a:prstGeom>
            <a:noFill/>
            <a:ln w="9525">
              <a:noFill/>
            </a:ln>
          </p:spPr>
          <p:txBody>
            <a:bodyPr anchor="t" anchorCtr="0">
              <a:spAutoFit/>
            </a:bodyPr>
            <a:lstStyle/>
            <a:p>
              <a:pPr>
                <a:spcBef>
                  <a:spcPct val="20000"/>
                </a:spcBef>
              </a:pP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存储单元个数</a:t>
              </a:r>
              <a:r>
                <a:rPr lang="zh-CN" altLang="en-US" sz="1800" b="1" dirty="0">
                  <a:latin typeface="宋体" panose="02010600030101010101" pitchFamily="2" charset="-122"/>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16</a:t>
              </a:r>
            </a:p>
          </p:txBody>
        </p:sp>
      </p:grpSp>
      <p:grpSp>
        <p:nvGrpSpPr>
          <p:cNvPr id="684060" name="组合 684059"/>
          <p:cNvGrpSpPr/>
          <p:nvPr/>
        </p:nvGrpSpPr>
        <p:grpSpPr>
          <a:xfrm>
            <a:off x="4191000" y="4076700"/>
            <a:ext cx="5181600" cy="2232025"/>
            <a:chOff x="2640" y="2568"/>
            <a:chExt cx="3264" cy="1406"/>
          </a:xfrm>
        </p:grpSpPr>
        <p:grpSp>
          <p:nvGrpSpPr>
            <p:cNvPr id="39964" name="组合 684060"/>
            <p:cNvGrpSpPr/>
            <p:nvPr/>
          </p:nvGrpSpPr>
          <p:grpSpPr>
            <a:xfrm>
              <a:off x="2640" y="2568"/>
              <a:ext cx="864" cy="954"/>
              <a:chOff x="4056" y="2640"/>
              <a:chExt cx="864" cy="954"/>
            </a:xfrm>
          </p:grpSpPr>
          <p:sp>
            <p:nvSpPr>
              <p:cNvPr id="39965" name="十字星 684061"/>
              <p:cNvSpPr/>
              <p:nvPr/>
            </p:nvSpPr>
            <p:spPr>
              <a:xfrm>
                <a:off x="4056" y="3360"/>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66" name="十字星 684062"/>
              <p:cNvSpPr/>
              <p:nvPr/>
            </p:nvSpPr>
            <p:spPr>
              <a:xfrm>
                <a:off x="4176" y="3222"/>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67" name="十字星 684063"/>
              <p:cNvSpPr/>
              <p:nvPr/>
            </p:nvSpPr>
            <p:spPr>
              <a:xfrm>
                <a:off x="4296" y="3120"/>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68" name="十字星 684064"/>
              <p:cNvSpPr/>
              <p:nvPr/>
            </p:nvSpPr>
            <p:spPr>
              <a:xfrm>
                <a:off x="4392" y="2982"/>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69" name="十字星 684065"/>
              <p:cNvSpPr/>
              <p:nvPr/>
            </p:nvSpPr>
            <p:spPr>
              <a:xfrm>
                <a:off x="4632" y="2784"/>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70" name="十字星 684066"/>
              <p:cNvSpPr/>
              <p:nvPr/>
            </p:nvSpPr>
            <p:spPr>
              <a:xfrm>
                <a:off x="4752" y="2640"/>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71" name="十字星 684067"/>
              <p:cNvSpPr/>
              <p:nvPr/>
            </p:nvSpPr>
            <p:spPr>
              <a:xfrm>
                <a:off x="4512" y="2886"/>
                <a:ext cx="168" cy="234"/>
              </a:xfrm>
              <a:prstGeom prst="star4">
                <a:avLst>
                  <a:gd name="adj" fmla="val 12500"/>
                </a:avLst>
              </a:prstGeom>
              <a:solidFill>
                <a:schemeClr val="bg1"/>
              </a:solidFill>
              <a:ln w="9525" cap="flat" cmpd="sng">
                <a:solidFill>
                  <a:schemeClr val="bg1"/>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sp>
          <p:nvSpPr>
            <p:cNvPr id="39972" name="文本框 684068"/>
            <p:cNvSpPr txBox="1"/>
            <p:nvPr/>
          </p:nvSpPr>
          <p:spPr>
            <a:xfrm>
              <a:off x="3797" y="3647"/>
              <a:ext cx="2107" cy="327"/>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存储字长</a:t>
              </a:r>
              <a:r>
                <a:rPr lang="zh-CN" altLang="en-US" sz="1800" b="1" dirty="0">
                  <a:latin typeface="宋体" panose="02010600030101010101" pitchFamily="2" charset="-122"/>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8</a:t>
              </a:r>
            </a:p>
          </p:txBody>
        </p:sp>
      </p:grpSp>
      <p:grpSp>
        <p:nvGrpSpPr>
          <p:cNvPr id="684070" name="组合 684069"/>
          <p:cNvGrpSpPr/>
          <p:nvPr/>
        </p:nvGrpSpPr>
        <p:grpSpPr>
          <a:xfrm>
            <a:off x="5638800" y="3905250"/>
            <a:ext cx="4191000" cy="1185863"/>
            <a:chOff x="3552" y="2460"/>
            <a:chExt cx="2640" cy="747"/>
          </a:xfrm>
        </p:grpSpPr>
        <p:sp>
          <p:nvSpPr>
            <p:cNvPr id="39974" name="文本框 684070"/>
            <p:cNvSpPr txBox="1"/>
            <p:nvPr/>
          </p:nvSpPr>
          <p:spPr>
            <a:xfrm>
              <a:off x="3552" y="2880"/>
              <a:ext cx="2640" cy="327"/>
            </a:xfrm>
            <a:prstGeom prst="rect">
              <a:avLst/>
            </a:prstGeom>
            <a:noFill/>
            <a:ln w="9525">
              <a:noFill/>
            </a:ln>
          </p:spPr>
          <p:txBody>
            <a:bodyPr anchor="t" anchorCtr="0">
              <a:spAutoFit/>
            </a:bodyPr>
            <a:lstStyle/>
            <a:p>
              <a:pPr>
                <a:spcBef>
                  <a:spcPct val="20000"/>
                </a:spcBef>
              </a:pPr>
              <a:r>
                <a:rPr lang="en-US" altLang="zh-CN" sz="2800" b="1">
                  <a:latin typeface="宋体" panose="02010600030101010101" pitchFamily="2" charset="-122"/>
                  <a:ea typeface="宋体" panose="02010600030101010101" pitchFamily="2" charset="-122"/>
                </a:rPr>
                <a:t> </a:t>
              </a:r>
            </a:p>
          </p:txBody>
        </p:sp>
        <p:sp>
          <p:nvSpPr>
            <p:cNvPr id="39975" name="文本框 684071"/>
            <p:cNvSpPr txBox="1"/>
            <p:nvPr/>
          </p:nvSpPr>
          <p:spPr>
            <a:xfrm>
              <a:off x="3552" y="2460"/>
              <a:ext cx="2208" cy="733"/>
            </a:xfrm>
            <a:prstGeom prst="rect">
              <a:avLst/>
            </a:prstGeom>
            <a:noFill/>
            <a:ln w="9525">
              <a:noFill/>
            </a:ln>
          </p:spPr>
          <p:txBody>
            <a:bodyPr anchor="t" anchorCtr="0">
              <a:spAutoFit/>
            </a:bodyPr>
            <a:lstStyle/>
            <a:p>
              <a:pPr>
                <a:spcBef>
                  <a:spcPct val="20000"/>
                </a:spcBef>
              </a:pPr>
              <a:r>
                <a:rPr lang="en-US" altLang="zh-CN" sz="3200" b="1" dirty="0">
                  <a:latin typeface="宋体" panose="02010600030101010101" pitchFamily="2" charset="-122"/>
                  <a:ea typeface="宋体" panose="02010600030101010101" pitchFamily="2" charset="-122"/>
                </a:rPr>
                <a:t> </a:t>
              </a:r>
              <a:r>
                <a:rPr lang="zh-CN" altLang="en-US" sz="3200" b="1" dirty="0">
                  <a:latin typeface="宋体" panose="02010600030101010101" pitchFamily="2" charset="-122"/>
                  <a:ea typeface="宋体" panose="02010600030101010101" pitchFamily="2" charset="-122"/>
                </a:rPr>
                <a:t>设 </a:t>
              </a:r>
              <a:r>
                <a:rPr lang="en-US" altLang="zh-CN" sz="2800" b="1">
                  <a:latin typeface="宋体" panose="02010600030101010101" pitchFamily="2" charset="-122"/>
                  <a:ea typeface="宋体" panose="02010600030101010101" pitchFamily="2" charset="-122"/>
                </a:rPr>
                <a:t>MAR</a:t>
              </a:r>
              <a:r>
                <a:rPr lang="en-US" altLang="zh-CN" sz="900" b="1">
                  <a:latin typeface="宋体" panose="02010600030101010101" pitchFamily="2" charset="-122"/>
                  <a:ea typeface="宋体" panose="02010600030101010101" pitchFamily="2" charset="-122"/>
                </a:rPr>
                <a:t> </a:t>
              </a:r>
              <a:r>
                <a:rPr lang="en-US" altLang="zh-CN" sz="2800" b="1">
                  <a:latin typeface="宋体" panose="02010600030101010101" pitchFamily="2" charset="-122"/>
                  <a:ea typeface="宋体" panose="02010600030101010101" pitchFamily="2" charset="-122"/>
                </a:rPr>
                <a:t>=</a:t>
              </a:r>
              <a:r>
                <a:rPr lang="en-US" altLang="zh-CN" sz="1200" b="1">
                  <a:latin typeface="宋体" panose="02010600030101010101" pitchFamily="2" charset="-122"/>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4</a:t>
              </a:r>
              <a:r>
                <a:rPr lang="en-US" altLang="zh-CN" sz="1400" b="1">
                  <a:latin typeface="Times New Roman" panose="02020603050405020304" pitchFamily="18" charset="0"/>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位 </a:t>
              </a:r>
            </a:p>
            <a:p>
              <a:pPr>
                <a:spcBef>
                  <a:spcPct val="20000"/>
                </a:spcBef>
              </a:pPr>
              <a:r>
                <a:rPr lang="zh-CN" altLang="en-US" sz="800" b="1">
                  <a:latin typeface="宋体" panose="02010600030101010101" pitchFamily="2" charset="-122"/>
                  <a:ea typeface="宋体" panose="02010600030101010101" pitchFamily="2" charset="-122"/>
                </a:rPr>
                <a:t> </a:t>
              </a:r>
              <a:r>
                <a:rPr lang="zh-CN" altLang="en-US" sz="3200" b="1">
                  <a:latin typeface="宋体" panose="02010600030101010101" pitchFamily="2" charset="-122"/>
                  <a:ea typeface="宋体" panose="02010600030101010101" pitchFamily="2" charset="-122"/>
                </a:rPr>
                <a:t>   </a:t>
              </a:r>
              <a:r>
                <a:rPr lang="zh-CN" altLang="en-US" sz="1000" b="1">
                  <a:latin typeface="宋体" panose="02010600030101010101" pitchFamily="2" charset="-122"/>
                  <a:ea typeface="宋体" panose="02010600030101010101" pitchFamily="2" charset="-122"/>
                </a:rPr>
                <a:t> </a:t>
              </a:r>
              <a:r>
                <a:rPr lang="zh-CN" altLang="en-US" sz="1400" b="1">
                  <a:latin typeface="宋体" panose="02010600030101010101" pitchFamily="2" charset="-122"/>
                  <a:ea typeface="宋体" panose="02010600030101010101" pitchFamily="2" charset="-122"/>
                </a:rPr>
                <a:t> </a:t>
              </a:r>
              <a:r>
                <a:rPr lang="en-US" altLang="zh-CN" sz="2800" b="1">
                  <a:latin typeface="宋体" panose="02010600030101010101" pitchFamily="2" charset="-122"/>
                  <a:ea typeface="宋体" panose="02010600030101010101" pitchFamily="2" charset="-122"/>
                </a:rPr>
                <a:t>MDR</a:t>
              </a:r>
              <a:r>
                <a:rPr lang="en-US" altLang="zh-CN" sz="900" b="1">
                  <a:latin typeface="宋体" panose="02010600030101010101" pitchFamily="2" charset="-122"/>
                  <a:ea typeface="宋体" panose="02010600030101010101" pitchFamily="2" charset="-122"/>
                </a:rPr>
                <a:t> </a:t>
              </a:r>
              <a:r>
                <a:rPr lang="en-US" altLang="zh-CN" sz="2800" b="1">
                  <a:latin typeface="宋体" panose="02010600030101010101" pitchFamily="2" charset="-122"/>
                  <a:ea typeface="宋体" panose="02010600030101010101" pitchFamily="2" charset="-122"/>
                </a:rPr>
                <a:t>=</a:t>
              </a:r>
              <a:r>
                <a:rPr lang="en-US" altLang="zh-CN" sz="1200" b="1">
                  <a:latin typeface="宋体" panose="02010600030101010101" pitchFamily="2" charset="-122"/>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8</a:t>
              </a:r>
              <a:r>
                <a:rPr lang="en-US" altLang="zh-CN" sz="1400" b="1">
                  <a:latin typeface="Times New Roman" panose="02020603050405020304" pitchFamily="18" charset="0"/>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位</a:t>
              </a:r>
            </a:p>
          </p:txBody>
        </p:sp>
      </p:grpSp>
      <p:sp>
        <p:nvSpPr>
          <p:cNvPr id="684073" name="矩形 684072"/>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1.1</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sp>
        <p:nvSpPr>
          <p:cNvPr id="684074" name="文本框 684073"/>
          <p:cNvSpPr txBox="1"/>
          <p:nvPr/>
        </p:nvSpPr>
        <p:spPr>
          <a:xfrm>
            <a:off x="5210175" y="1306513"/>
            <a:ext cx="3398838" cy="1031875"/>
          </a:xfrm>
          <a:prstGeom prst="rect">
            <a:avLst/>
          </a:prstGeom>
          <a:noFill/>
          <a:ln w="9525">
            <a:noFill/>
          </a:ln>
        </p:spPr>
        <p:txBody>
          <a:bodyPr wrap="none"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存储器地址寄存器</a:t>
            </a:r>
          </a:p>
          <a:p>
            <a:pPr>
              <a:spcBef>
                <a:spcPct val="20000"/>
              </a:spcBef>
            </a:pPr>
            <a:r>
              <a:rPr lang="zh-CN" altLang="en-US" sz="2800" b="1" dirty="0">
                <a:latin typeface="宋体" panose="02010600030101010101" pitchFamily="2" charset="-122"/>
                <a:ea typeface="宋体" panose="02010600030101010101" pitchFamily="2" charset="-122"/>
              </a:rPr>
              <a:t>反映存储单元的个数</a:t>
            </a:r>
          </a:p>
        </p:txBody>
      </p:sp>
      <p:sp>
        <p:nvSpPr>
          <p:cNvPr id="684075" name="文本框 684074"/>
          <p:cNvSpPr txBox="1"/>
          <p:nvPr/>
        </p:nvSpPr>
        <p:spPr>
          <a:xfrm>
            <a:off x="5210175" y="2549525"/>
            <a:ext cx="3041650" cy="1031875"/>
          </a:xfrm>
          <a:prstGeom prst="rect">
            <a:avLst/>
          </a:prstGeom>
          <a:noFill/>
          <a:ln w="9525">
            <a:noFill/>
          </a:ln>
        </p:spPr>
        <p:txBody>
          <a:bodyPr wrap="none"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存储器数据寄存器</a:t>
            </a:r>
          </a:p>
          <a:p>
            <a:pPr>
              <a:spcBef>
                <a:spcPct val="20000"/>
              </a:spcBef>
            </a:pPr>
            <a:r>
              <a:rPr lang="zh-CN" altLang="en-US" sz="2800" b="1" dirty="0">
                <a:latin typeface="宋体" panose="02010600030101010101" pitchFamily="2" charset="-122"/>
                <a:ea typeface="宋体" panose="02010600030101010101" pitchFamily="2" charset="-122"/>
              </a:rPr>
              <a:t>反映存储字长</a:t>
            </a:r>
          </a:p>
        </p:txBody>
      </p:sp>
      <p:sp>
        <p:nvSpPr>
          <p:cNvPr id="39979" name="文本框 684075"/>
          <p:cNvSpPr txBox="1"/>
          <p:nvPr/>
        </p:nvSpPr>
        <p:spPr>
          <a:xfrm>
            <a:off x="793750" y="409575"/>
            <a:ext cx="4543425" cy="641350"/>
          </a:xfrm>
          <a:prstGeom prst="rect">
            <a:avLst/>
          </a:prstGeom>
          <a:noFill/>
          <a:ln w="9525">
            <a:noFill/>
          </a:ln>
        </p:spPr>
        <p:txBody>
          <a:bodyPr wrap="none" anchor="t" anchorCtr="0">
            <a:spAutoFit/>
          </a:bodyPr>
          <a:lstStyle/>
          <a:p>
            <a:pPr>
              <a:spcBef>
                <a:spcPct val="20000"/>
              </a:spcBef>
            </a:pPr>
            <a:r>
              <a:rPr lang="en-US" altLang="zh-CN" sz="3600" b="1">
                <a:latin typeface="宋体" panose="02010600030101010101" pitchFamily="2" charset="-122"/>
                <a:ea typeface="宋体" panose="02010600030101010101" pitchFamily="2" charset="-122"/>
              </a:rPr>
              <a:t>(</a:t>
            </a:r>
            <a:r>
              <a:rPr lang="en-US" altLang="zh-CN" sz="3600" b="1">
                <a:latin typeface="Times New Roman" panose="02020603050405020304" pitchFamily="18" charset="0"/>
                <a:ea typeface="宋体" panose="02010600030101010101" pitchFamily="2" charset="-122"/>
              </a:rPr>
              <a:t>2</a:t>
            </a:r>
            <a:r>
              <a:rPr lang="en-US" altLang="zh-CN" sz="3600" b="1" dirty="0">
                <a:latin typeface="宋体" panose="02010600030101010101" pitchFamily="2" charset="-122"/>
                <a:ea typeface="宋体" panose="02010600030101010101" pitchFamily="2" charset="-122"/>
              </a:rPr>
              <a:t>)</a:t>
            </a:r>
            <a:r>
              <a:rPr lang="zh-CN" altLang="en-US" sz="3600" b="1" dirty="0">
                <a:latin typeface="宋体" panose="02010600030101010101" pitchFamily="2" charset="-122"/>
                <a:ea typeface="宋体" panose="02010600030101010101" pitchFamily="2" charset="-122"/>
              </a:rPr>
              <a:t>存储器的基本组成</a:t>
            </a:r>
          </a:p>
        </p:txBody>
      </p:sp>
      <p:grpSp>
        <p:nvGrpSpPr>
          <p:cNvPr id="684077" name="组合 684076"/>
          <p:cNvGrpSpPr/>
          <p:nvPr/>
        </p:nvGrpSpPr>
        <p:grpSpPr>
          <a:xfrm>
            <a:off x="1066800" y="1905000"/>
            <a:ext cx="2209800" cy="3352800"/>
            <a:chOff x="288" y="1200"/>
            <a:chExt cx="1392" cy="2112"/>
          </a:xfrm>
        </p:grpSpPr>
        <p:sp>
          <p:nvSpPr>
            <p:cNvPr id="39981" name="矩形 684077"/>
            <p:cNvSpPr/>
            <p:nvPr/>
          </p:nvSpPr>
          <p:spPr>
            <a:xfrm>
              <a:off x="288" y="1200"/>
              <a:ext cx="1392" cy="2112"/>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82" name="矩形 684078"/>
            <p:cNvSpPr/>
            <p:nvPr/>
          </p:nvSpPr>
          <p:spPr>
            <a:xfrm>
              <a:off x="602" y="2928"/>
              <a:ext cx="776" cy="230"/>
            </a:xfrm>
            <a:prstGeom prst="rect">
              <a:avLst/>
            </a:prstGeom>
            <a:noFill/>
            <a:ln w="9525">
              <a:noFill/>
            </a:ln>
          </p:spPr>
          <p:txBody>
            <a:bodyPr wrap="none" lIns="0" tIns="0" rIns="0" bIns="0" anchor="t" anchorCtr="0">
              <a:spAutoFit/>
            </a:bodyPr>
            <a:lstStyle/>
            <a:p>
              <a:pPr algn="ctr">
                <a:spcBef>
                  <a:spcPct val="20000"/>
                </a:spcBef>
              </a:pPr>
              <a:r>
                <a:rPr lang="zh-CN" altLang="en-US" b="1" dirty="0">
                  <a:latin typeface="宋体" panose="02010600030101010101" pitchFamily="2" charset="-122"/>
                  <a:ea typeface="宋体" panose="02010600030101010101" pitchFamily="2" charset="-122"/>
                </a:rPr>
                <a:t>主存储器</a:t>
              </a:r>
            </a:p>
          </p:txBody>
        </p:sp>
        <p:sp>
          <p:nvSpPr>
            <p:cNvPr id="39983" name="文本框 684079"/>
            <p:cNvSpPr txBox="1"/>
            <p:nvPr/>
          </p:nvSpPr>
          <p:spPr>
            <a:xfrm>
              <a:off x="575" y="1536"/>
              <a:ext cx="794" cy="327"/>
            </a:xfrm>
            <a:prstGeom prst="rect">
              <a:avLst/>
            </a:prstGeom>
            <a:noFill/>
            <a:ln w="9525">
              <a:noFill/>
            </a:ln>
          </p:spPr>
          <p:txBody>
            <a:bodyPr wrap="none"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存储体</a:t>
              </a:r>
            </a:p>
          </p:txBody>
        </p:sp>
        <p:sp>
          <p:nvSpPr>
            <p:cNvPr id="39984" name="矩形 684080"/>
            <p:cNvSpPr/>
            <p:nvPr/>
          </p:nvSpPr>
          <p:spPr>
            <a:xfrm>
              <a:off x="444" y="1392"/>
              <a:ext cx="1056" cy="672"/>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85" name="文本框 684081"/>
            <p:cNvSpPr txBox="1"/>
            <p:nvPr/>
          </p:nvSpPr>
          <p:spPr>
            <a:xfrm>
              <a:off x="420" y="2323"/>
              <a:ext cx="458" cy="327"/>
            </a:xfrm>
            <a:prstGeom prst="rect">
              <a:avLst/>
            </a:prstGeom>
            <a:noFill/>
            <a:ln w="28575">
              <a:noFill/>
            </a:ln>
          </p:spPr>
          <p:txBody>
            <a:bodyPr wrap="none" anchor="t" anchorCtr="0">
              <a:spAutoFit/>
            </a:bodyPr>
            <a:lstStyle/>
            <a:p>
              <a:pPr algn="dist">
                <a:spcBef>
                  <a:spcPct val="20000"/>
                </a:spcBef>
              </a:pPr>
              <a:r>
                <a:rPr lang="en-US" altLang="zh-CN" sz="2800" b="1">
                  <a:latin typeface="宋体" panose="02010600030101010101" pitchFamily="2" charset="-122"/>
                  <a:ea typeface="宋体" panose="02010600030101010101" pitchFamily="2" charset="-122"/>
                </a:rPr>
                <a:t>MAR</a:t>
              </a:r>
            </a:p>
          </p:txBody>
        </p:sp>
        <p:sp>
          <p:nvSpPr>
            <p:cNvPr id="39986" name="矩形 684082"/>
            <p:cNvSpPr/>
            <p:nvPr/>
          </p:nvSpPr>
          <p:spPr>
            <a:xfrm>
              <a:off x="384" y="2342"/>
              <a:ext cx="528" cy="336"/>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87" name="矩形 684083"/>
            <p:cNvSpPr/>
            <p:nvPr/>
          </p:nvSpPr>
          <p:spPr>
            <a:xfrm>
              <a:off x="1056" y="2342"/>
              <a:ext cx="528" cy="336"/>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88" name="文本框 684084"/>
            <p:cNvSpPr txBox="1"/>
            <p:nvPr/>
          </p:nvSpPr>
          <p:spPr>
            <a:xfrm>
              <a:off x="1078" y="2323"/>
              <a:ext cx="458" cy="327"/>
            </a:xfrm>
            <a:prstGeom prst="rect">
              <a:avLst/>
            </a:prstGeom>
            <a:noFill/>
            <a:ln w="28575">
              <a:noFill/>
            </a:ln>
          </p:spPr>
          <p:txBody>
            <a:bodyPr wrap="none" anchor="t" anchorCtr="0">
              <a:spAutoFit/>
            </a:bodyPr>
            <a:lstStyle/>
            <a:p>
              <a:pPr algn="dist">
                <a:spcBef>
                  <a:spcPct val="20000"/>
                </a:spcBef>
              </a:pPr>
              <a:r>
                <a:rPr lang="en-US" altLang="zh-CN" sz="2800" b="1">
                  <a:latin typeface="宋体" panose="02010600030101010101" pitchFamily="2" charset="-122"/>
                  <a:ea typeface="宋体" panose="02010600030101010101" pitchFamily="2" charset="-122"/>
                </a:rPr>
                <a:t>MDR</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684077"/>
                                        </p:tgtEl>
                                        <p:attrNameLst>
                                          <p:attrName>style.visibility</p:attrName>
                                        </p:attrNameLst>
                                      </p:cBhvr>
                                      <p:to>
                                        <p:strVal val="visible"/>
                                      </p:to>
                                    </p:set>
                                    <p:animEffect transition="in" filter="barn(outVertical)">
                                      <p:cBhvr>
                                        <p:cTn id="7" dur="500"/>
                                        <p:tgtEl>
                                          <p:spTgt spid="6840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84035"/>
                                        </p:tgtEl>
                                        <p:attrNameLst>
                                          <p:attrName>style.visibility</p:attrName>
                                        </p:attrNameLst>
                                      </p:cBhvr>
                                      <p:to>
                                        <p:strVal val="visible"/>
                                      </p:to>
                                    </p:set>
                                    <p:animEffect transition="in" filter="blinds(horizontal)">
                                      <p:cBhvr>
                                        <p:cTn id="12" dur="500"/>
                                        <p:tgtEl>
                                          <p:spTgt spid="68403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84074"/>
                                        </p:tgtEl>
                                        <p:attrNameLst>
                                          <p:attrName>style.visibility</p:attrName>
                                        </p:attrNameLst>
                                      </p:cBhvr>
                                      <p:to>
                                        <p:strVal val="visible"/>
                                      </p:to>
                                    </p:set>
                                    <p:animEffect transition="in" filter="blinds(horizontal)">
                                      <p:cBhvr>
                                        <p:cTn id="17" dur="500"/>
                                        <p:tgtEl>
                                          <p:spTgt spid="68407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84036"/>
                                        </p:tgtEl>
                                        <p:attrNameLst>
                                          <p:attrName>style.visibility</p:attrName>
                                        </p:attrNameLst>
                                      </p:cBhvr>
                                      <p:to>
                                        <p:strVal val="visible"/>
                                      </p:to>
                                    </p:set>
                                    <p:animEffect transition="in" filter="blinds(horizontal)">
                                      <p:cBhvr>
                                        <p:cTn id="22" dur="500"/>
                                        <p:tgtEl>
                                          <p:spTgt spid="68403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84075"/>
                                        </p:tgtEl>
                                        <p:attrNameLst>
                                          <p:attrName>style.visibility</p:attrName>
                                        </p:attrNameLst>
                                      </p:cBhvr>
                                      <p:to>
                                        <p:strVal val="visible"/>
                                      </p:to>
                                    </p:set>
                                    <p:animEffect transition="in" filter="blinds(horizontal)">
                                      <p:cBhvr>
                                        <p:cTn id="27" dur="500"/>
                                        <p:tgtEl>
                                          <p:spTgt spid="68407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84034"/>
                                        </p:tgtEl>
                                        <p:attrNameLst>
                                          <p:attrName>style.visibility</p:attrName>
                                        </p:attrNameLst>
                                      </p:cBhvr>
                                      <p:to>
                                        <p:strVal val="visible"/>
                                      </p:to>
                                    </p:set>
                                    <p:animEffect transition="in" filter="blinds(horizontal)">
                                      <p:cBhvr>
                                        <p:cTn id="32" dur="500"/>
                                        <p:tgtEl>
                                          <p:spTgt spid="68403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84070"/>
                                        </p:tgtEl>
                                        <p:attrNameLst>
                                          <p:attrName>style.visibility</p:attrName>
                                        </p:attrNameLst>
                                      </p:cBhvr>
                                      <p:to>
                                        <p:strVal val="visible"/>
                                      </p:to>
                                    </p:set>
                                    <p:animEffect transition="in" filter="blinds(horizontal)">
                                      <p:cBhvr>
                                        <p:cTn id="37" dur="500"/>
                                        <p:tgtEl>
                                          <p:spTgt spid="68407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84037"/>
                                        </p:tgtEl>
                                        <p:attrNameLst>
                                          <p:attrName>style.visibility</p:attrName>
                                        </p:attrNameLst>
                                      </p:cBhvr>
                                      <p:to>
                                        <p:strVal val="visible"/>
                                      </p:to>
                                    </p:set>
                                    <p:animEffect transition="in" filter="blinds(horizontal)">
                                      <p:cBhvr>
                                        <p:cTn id="42" dur="500"/>
                                        <p:tgtEl>
                                          <p:spTgt spid="68403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84060"/>
                                        </p:tgtEl>
                                        <p:attrNameLst>
                                          <p:attrName>style.visibility</p:attrName>
                                        </p:attrNameLst>
                                      </p:cBhvr>
                                      <p:to>
                                        <p:strVal val="visible"/>
                                      </p:to>
                                    </p:set>
                                    <p:animEffect transition="in" filter="blinds(horizontal)">
                                      <p:cBhvr>
                                        <p:cTn id="47" dur="500"/>
                                        <p:tgtEl>
                                          <p:spTgt spid="684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035" grpId="0"/>
      <p:bldP spid="684036" grpId="0"/>
      <p:bldP spid="684074" grpId="0"/>
      <p:bldP spid="68407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文本框 685057"/>
          <p:cNvSpPr txBox="1"/>
          <p:nvPr/>
        </p:nvSpPr>
        <p:spPr>
          <a:xfrm>
            <a:off x="4035425" y="2033588"/>
            <a:ext cx="1831975" cy="519112"/>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取指令</a:t>
            </a:r>
          </a:p>
        </p:txBody>
      </p:sp>
      <p:sp>
        <p:nvSpPr>
          <p:cNvPr id="685059" name="文本框 685058"/>
          <p:cNvSpPr txBox="1"/>
          <p:nvPr/>
        </p:nvSpPr>
        <p:spPr>
          <a:xfrm>
            <a:off x="4035425" y="2657475"/>
            <a:ext cx="1943100" cy="519113"/>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分析指令</a:t>
            </a:r>
          </a:p>
        </p:txBody>
      </p:sp>
      <p:sp>
        <p:nvSpPr>
          <p:cNvPr id="685060" name="文本框 685059"/>
          <p:cNvSpPr txBox="1"/>
          <p:nvPr/>
        </p:nvSpPr>
        <p:spPr>
          <a:xfrm>
            <a:off x="4035425" y="3252788"/>
            <a:ext cx="1866900" cy="519112"/>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执行指令</a:t>
            </a:r>
          </a:p>
        </p:txBody>
      </p:sp>
      <p:sp>
        <p:nvSpPr>
          <p:cNvPr id="685061" name="文本框 685060"/>
          <p:cNvSpPr txBox="1"/>
          <p:nvPr/>
        </p:nvSpPr>
        <p:spPr>
          <a:xfrm>
            <a:off x="5967413" y="2033588"/>
            <a:ext cx="546100" cy="519112"/>
          </a:xfrm>
          <a:prstGeom prst="rect">
            <a:avLst/>
          </a:prstGeom>
          <a:noFill/>
          <a:ln w="9525">
            <a:noFill/>
          </a:ln>
        </p:spPr>
        <p:txBody>
          <a:bodyPr wrap="none" anchor="t" anchorCtr="0">
            <a:spAutoFit/>
          </a:bodyPr>
          <a:lstStyle/>
          <a:p>
            <a:pPr algn="ctr">
              <a:spcBef>
                <a:spcPct val="20000"/>
              </a:spcBef>
            </a:pPr>
            <a:r>
              <a:rPr lang="en-US" altLang="zh-CN" sz="2800" b="1">
                <a:solidFill>
                  <a:srgbClr val="0000FF"/>
                </a:solidFill>
                <a:latin typeface="宋体" panose="02010600030101010101" pitchFamily="2" charset="-122"/>
                <a:ea typeface="宋体" panose="02010600030101010101" pitchFamily="2" charset="-122"/>
              </a:rPr>
              <a:t>PC</a:t>
            </a:r>
          </a:p>
        </p:txBody>
      </p:sp>
      <p:sp>
        <p:nvSpPr>
          <p:cNvPr id="685062" name="文本框 685061"/>
          <p:cNvSpPr txBox="1"/>
          <p:nvPr/>
        </p:nvSpPr>
        <p:spPr>
          <a:xfrm>
            <a:off x="5965825" y="2657475"/>
            <a:ext cx="546100" cy="519113"/>
          </a:xfrm>
          <a:prstGeom prst="rect">
            <a:avLst/>
          </a:prstGeom>
          <a:noFill/>
          <a:ln w="9525">
            <a:noFill/>
          </a:ln>
        </p:spPr>
        <p:txBody>
          <a:bodyPr wrap="none" anchor="t" anchorCtr="0">
            <a:spAutoFit/>
          </a:bodyPr>
          <a:lstStyle/>
          <a:p>
            <a:pPr algn="ctr">
              <a:spcBef>
                <a:spcPct val="20000"/>
              </a:spcBef>
            </a:pPr>
            <a:r>
              <a:rPr lang="en-US" altLang="zh-CN" sz="2800" b="1">
                <a:solidFill>
                  <a:srgbClr val="0000FF"/>
                </a:solidFill>
                <a:latin typeface="宋体" panose="02010600030101010101" pitchFamily="2" charset="-122"/>
                <a:ea typeface="宋体" panose="02010600030101010101" pitchFamily="2" charset="-122"/>
              </a:rPr>
              <a:t>IR</a:t>
            </a:r>
          </a:p>
        </p:txBody>
      </p:sp>
      <p:sp>
        <p:nvSpPr>
          <p:cNvPr id="685063" name="文本框 685062"/>
          <p:cNvSpPr txBox="1"/>
          <p:nvPr/>
        </p:nvSpPr>
        <p:spPr>
          <a:xfrm>
            <a:off x="5967413" y="3252788"/>
            <a:ext cx="546100" cy="519112"/>
          </a:xfrm>
          <a:prstGeom prst="rect">
            <a:avLst/>
          </a:prstGeom>
          <a:noFill/>
          <a:ln w="9525">
            <a:noFill/>
          </a:ln>
        </p:spPr>
        <p:txBody>
          <a:bodyPr wrap="none" anchor="t" anchorCtr="0">
            <a:spAutoFit/>
          </a:bodyPr>
          <a:lstStyle/>
          <a:p>
            <a:pPr algn="ctr">
              <a:spcBef>
                <a:spcPct val="20000"/>
              </a:spcBef>
            </a:pPr>
            <a:r>
              <a:rPr lang="en-US" altLang="zh-CN" sz="2800" b="1">
                <a:solidFill>
                  <a:srgbClr val="0000FF"/>
                </a:solidFill>
                <a:latin typeface="宋体" panose="02010600030101010101" pitchFamily="2" charset="-122"/>
                <a:ea typeface="宋体" panose="02010600030101010101" pitchFamily="2" charset="-122"/>
              </a:rPr>
              <a:t>CU</a:t>
            </a:r>
          </a:p>
        </p:txBody>
      </p:sp>
      <p:grpSp>
        <p:nvGrpSpPr>
          <p:cNvPr id="685064" name="组合 685063"/>
          <p:cNvGrpSpPr/>
          <p:nvPr/>
        </p:nvGrpSpPr>
        <p:grpSpPr>
          <a:xfrm>
            <a:off x="457200" y="2057400"/>
            <a:ext cx="2286000" cy="3276600"/>
            <a:chOff x="288" y="1296"/>
            <a:chExt cx="1440" cy="2064"/>
          </a:xfrm>
        </p:grpSpPr>
        <p:sp>
          <p:nvSpPr>
            <p:cNvPr id="41992" name="矩形 685064"/>
            <p:cNvSpPr/>
            <p:nvPr/>
          </p:nvSpPr>
          <p:spPr>
            <a:xfrm>
              <a:off x="1104" y="2688"/>
              <a:ext cx="486" cy="332"/>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1993" name="矩形 685065"/>
            <p:cNvSpPr/>
            <p:nvPr/>
          </p:nvSpPr>
          <p:spPr>
            <a:xfrm>
              <a:off x="1200" y="2707"/>
              <a:ext cx="299" cy="269"/>
            </a:xfrm>
            <a:prstGeom prst="rect">
              <a:avLst/>
            </a:prstGeom>
            <a:noFill/>
            <a:ln w="28575">
              <a:noFill/>
            </a:ln>
          </p:spPr>
          <p:txBody>
            <a:bodyPr wrap="none" lIns="0" tIns="0" rIns="0" bIns="0" anchor="t" anchorCtr="0">
              <a:spAutoFit/>
            </a:bodyPr>
            <a:lstStyle/>
            <a:p>
              <a:pPr algn="ctr">
                <a:spcBef>
                  <a:spcPct val="20000"/>
                </a:spcBef>
              </a:pPr>
              <a:r>
                <a:rPr lang="en-US" altLang="zh-CN" sz="2800" b="1">
                  <a:latin typeface="Times New Roman" panose="02020603050405020304" pitchFamily="18" charset="0"/>
                  <a:ea typeface="宋体" panose="02010600030101010101" pitchFamily="2" charset="-122"/>
                </a:rPr>
                <a:t>PC</a:t>
              </a:r>
              <a:endParaRPr lang="en-US" altLang="zh-CN" sz="2800" b="1">
                <a:latin typeface="宋体" panose="02010600030101010101" pitchFamily="2" charset="-122"/>
                <a:ea typeface="宋体" panose="02010600030101010101" pitchFamily="2" charset="-122"/>
              </a:endParaRPr>
            </a:p>
          </p:txBody>
        </p:sp>
        <p:sp>
          <p:nvSpPr>
            <p:cNvPr id="41994" name="矩形 685066"/>
            <p:cNvSpPr/>
            <p:nvPr/>
          </p:nvSpPr>
          <p:spPr>
            <a:xfrm>
              <a:off x="432" y="2688"/>
              <a:ext cx="501" cy="331"/>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1995" name="矩形 685067"/>
            <p:cNvSpPr/>
            <p:nvPr/>
          </p:nvSpPr>
          <p:spPr>
            <a:xfrm>
              <a:off x="558" y="2707"/>
              <a:ext cx="249" cy="269"/>
            </a:xfrm>
            <a:prstGeom prst="rect">
              <a:avLst/>
            </a:prstGeom>
            <a:noFill/>
            <a:ln w="28575">
              <a:noFill/>
            </a:ln>
          </p:spPr>
          <p:txBody>
            <a:bodyPr wrap="none" lIns="0" tIns="0" rIns="0" bIns="0" anchor="t" anchorCtr="0">
              <a:spAutoFit/>
            </a:bodyPr>
            <a:lstStyle/>
            <a:p>
              <a:pPr algn="ctr">
                <a:spcBef>
                  <a:spcPct val="20000"/>
                </a:spcBef>
              </a:pPr>
              <a:r>
                <a:rPr lang="en-US" altLang="zh-CN" sz="2800" b="1">
                  <a:latin typeface="Times New Roman" panose="02020603050405020304" pitchFamily="18" charset="0"/>
                  <a:ea typeface="宋体" panose="02010600030101010101" pitchFamily="2" charset="-122"/>
                </a:rPr>
                <a:t>IR</a:t>
              </a:r>
              <a:endParaRPr lang="en-US" altLang="zh-CN" sz="2800" b="1">
                <a:latin typeface="宋体" panose="02010600030101010101" pitchFamily="2" charset="-122"/>
                <a:ea typeface="宋体" panose="02010600030101010101" pitchFamily="2" charset="-122"/>
              </a:endParaRPr>
            </a:p>
          </p:txBody>
        </p:sp>
        <p:sp>
          <p:nvSpPr>
            <p:cNvPr id="41996" name="矩形 685068"/>
            <p:cNvSpPr/>
            <p:nvPr/>
          </p:nvSpPr>
          <p:spPr>
            <a:xfrm>
              <a:off x="288" y="1296"/>
              <a:ext cx="1440" cy="2064"/>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1997" name="矩形 685069"/>
            <p:cNvSpPr/>
            <p:nvPr/>
          </p:nvSpPr>
          <p:spPr>
            <a:xfrm>
              <a:off x="542" y="1680"/>
              <a:ext cx="886" cy="528"/>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1998" name="文本框 685070"/>
            <p:cNvSpPr txBox="1"/>
            <p:nvPr/>
          </p:nvSpPr>
          <p:spPr>
            <a:xfrm>
              <a:off x="566" y="1756"/>
              <a:ext cx="842" cy="365"/>
            </a:xfrm>
            <a:prstGeom prst="rect">
              <a:avLst/>
            </a:prstGeom>
            <a:noFill/>
            <a:ln w="9525">
              <a:noFill/>
            </a:ln>
          </p:spPr>
          <p:txBody>
            <a:bodyPr anchor="t" anchorCtr="0">
              <a:spAutoFit/>
            </a:bodyPr>
            <a:lstStyle/>
            <a:p>
              <a:pPr algn="ctr">
                <a:spcBef>
                  <a:spcPct val="20000"/>
                </a:spcBef>
              </a:pPr>
              <a:r>
                <a:rPr lang="en-US" altLang="zh-CN" sz="3200" b="1">
                  <a:latin typeface="宋体" panose="02010600030101010101" pitchFamily="2" charset="-122"/>
                  <a:ea typeface="宋体" panose="02010600030101010101" pitchFamily="2" charset="-122"/>
                </a:rPr>
                <a:t>CU</a:t>
              </a:r>
            </a:p>
          </p:txBody>
        </p:sp>
      </p:grpSp>
      <p:sp>
        <p:nvSpPr>
          <p:cNvPr id="685072" name="右大括号 685071"/>
          <p:cNvSpPr/>
          <p:nvPr/>
        </p:nvSpPr>
        <p:spPr>
          <a:xfrm>
            <a:off x="6705600" y="2216150"/>
            <a:ext cx="152400" cy="838200"/>
          </a:xfrm>
          <a:prstGeom prst="rightBrace">
            <a:avLst>
              <a:gd name="adj1" fmla="val 45756"/>
              <a:gd name="adj2" fmla="val 50000"/>
            </a:avLst>
          </a:prstGeom>
          <a:noFill/>
          <a:ln w="38100" cap="flat" cmpd="sng">
            <a:solidFill>
              <a:schemeClr val="folHlink"/>
            </a:solidFill>
            <a:prstDash val="solid"/>
            <a:round/>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85073" name="文本框 685072"/>
          <p:cNvSpPr txBox="1"/>
          <p:nvPr/>
        </p:nvSpPr>
        <p:spPr>
          <a:xfrm>
            <a:off x="6934200" y="2362200"/>
            <a:ext cx="1279525" cy="519113"/>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取指</a:t>
            </a:r>
          </a:p>
        </p:txBody>
      </p:sp>
      <p:sp>
        <p:nvSpPr>
          <p:cNvPr id="685074" name="文本框 685073"/>
          <p:cNvSpPr txBox="1"/>
          <p:nvPr/>
        </p:nvSpPr>
        <p:spPr>
          <a:xfrm>
            <a:off x="6934200" y="3252788"/>
            <a:ext cx="1295400" cy="519112"/>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执行</a:t>
            </a:r>
          </a:p>
        </p:txBody>
      </p:sp>
      <p:grpSp>
        <p:nvGrpSpPr>
          <p:cNvPr id="685075" name="组合 685074"/>
          <p:cNvGrpSpPr/>
          <p:nvPr/>
        </p:nvGrpSpPr>
        <p:grpSpPr>
          <a:xfrm>
            <a:off x="3489325" y="4167188"/>
            <a:ext cx="6340475" cy="1031875"/>
            <a:chOff x="2198" y="2625"/>
            <a:chExt cx="3994" cy="650"/>
          </a:xfrm>
        </p:grpSpPr>
        <p:sp>
          <p:nvSpPr>
            <p:cNvPr id="42003" name="文本框 685075"/>
            <p:cNvSpPr txBox="1"/>
            <p:nvPr/>
          </p:nvSpPr>
          <p:spPr>
            <a:xfrm>
              <a:off x="2198" y="2625"/>
              <a:ext cx="3994" cy="650"/>
            </a:xfrm>
            <a:prstGeom prst="rect">
              <a:avLst/>
            </a:prstGeom>
            <a:noFill/>
            <a:ln w="9525">
              <a:noFill/>
            </a:ln>
          </p:spPr>
          <p:txBody>
            <a:bodyPr anchor="t" anchorCtr="0">
              <a:spAutoFit/>
            </a:bodyPr>
            <a:lstStyle/>
            <a:p>
              <a:pPr>
                <a:spcBef>
                  <a:spcPct val="20000"/>
                </a:spcBef>
              </a:pPr>
              <a:r>
                <a:rPr lang="en-US" altLang="zh-CN" sz="2800" b="1" dirty="0">
                  <a:latin typeface="宋体" panose="02010600030101010101" pitchFamily="2" charset="-122"/>
                  <a:ea typeface="宋体" panose="02010600030101010101" pitchFamily="2" charset="-122"/>
                </a:rPr>
                <a:t>PC </a:t>
              </a:r>
              <a:r>
                <a:rPr lang="zh-CN" altLang="en-US" sz="2800" b="1" dirty="0">
                  <a:latin typeface="宋体" panose="02010600030101010101" pitchFamily="2" charset="-122"/>
                  <a:ea typeface="宋体" panose="02010600030101010101" pitchFamily="2" charset="-122"/>
                </a:rPr>
                <a:t>存放当前欲执行指令的地址</a:t>
              </a:r>
            </a:p>
            <a:p>
              <a:pPr>
                <a:spcBef>
                  <a:spcPct val="20000"/>
                </a:spcBef>
              </a:pPr>
              <a:r>
                <a:rPr lang="zh-CN" altLang="en-US" sz="2800" b="1" dirty="0">
                  <a:latin typeface="宋体" panose="02010600030101010101" pitchFamily="2" charset="-122"/>
                  <a:ea typeface="宋体" panose="02010600030101010101" pitchFamily="2" charset="-122"/>
                </a:rPr>
                <a:t>   具有计数功能（</a:t>
              </a:r>
              <a:r>
                <a:rPr lang="en-US" altLang="zh-CN" sz="2800" b="1">
                  <a:latin typeface="宋体" panose="02010600030101010101" pitchFamily="2" charset="-122"/>
                  <a:ea typeface="宋体" panose="02010600030101010101" pitchFamily="2" charset="-122"/>
                </a:rPr>
                <a:t>PC</a:t>
              </a:r>
              <a:r>
                <a:rPr lang="zh-CN" altLang="en-US" sz="2800" b="1">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a:t>
              </a:r>
              <a:r>
                <a:rPr lang="en-US" altLang="zh-CN" sz="900" b="1">
                  <a:latin typeface="宋体" panose="02010600030101010101" pitchFamily="2" charset="-122"/>
                  <a:ea typeface="宋体" panose="02010600030101010101" pitchFamily="2" charset="-122"/>
                </a:rPr>
                <a:t> </a:t>
              </a:r>
              <a:r>
                <a:rPr lang="en-US" altLang="zh-CN" sz="2800" b="1">
                  <a:latin typeface="宋体" panose="02010600030101010101" pitchFamily="2" charset="-122"/>
                  <a:ea typeface="宋体" panose="02010600030101010101" pitchFamily="2" charset="-122"/>
                </a:rPr>
                <a:t>1   PC</a:t>
              </a:r>
            </a:p>
          </p:txBody>
        </p:sp>
        <p:sp>
          <p:nvSpPr>
            <p:cNvPr id="42004" name="直接连接符 685076"/>
            <p:cNvSpPr/>
            <p:nvPr/>
          </p:nvSpPr>
          <p:spPr>
            <a:xfrm>
              <a:off x="4944" y="3120"/>
              <a:ext cx="240" cy="0"/>
            </a:xfrm>
            <a:prstGeom prst="line">
              <a:avLst/>
            </a:prstGeom>
            <a:ln w="9525" cap="flat" cmpd="sng">
              <a:solidFill>
                <a:schemeClr val="tx1"/>
              </a:solidFill>
              <a:prstDash val="solid"/>
              <a:round/>
              <a:headEnd type="none" w="med" len="med"/>
              <a:tailEnd type="stealth" w="med" len="med"/>
            </a:ln>
          </p:spPr>
        </p:sp>
      </p:grpSp>
      <p:sp>
        <p:nvSpPr>
          <p:cNvPr id="685078" name="文本框 685077"/>
          <p:cNvSpPr txBox="1"/>
          <p:nvPr/>
        </p:nvSpPr>
        <p:spPr>
          <a:xfrm>
            <a:off x="3416300" y="5454650"/>
            <a:ext cx="5118100" cy="519113"/>
          </a:xfrm>
          <a:prstGeom prst="rect">
            <a:avLst/>
          </a:prstGeom>
          <a:noFill/>
          <a:ln w="9525">
            <a:noFill/>
          </a:ln>
        </p:spPr>
        <p:txBody>
          <a:bodyPr anchor="t" anchorCtr="0">
            <a:spAutoFit/>
          </a:bodyPr>
          <a:lstStyle/>
          <a:p>
            <a:pPr>
              <a:spcBef>
                <a:spcPct val="20000"/>
              </a:spcBef>
            </a:pPr>
            <a:r>
              <a:rPr lang="en-US" altLang="zh-CN" sz="2800" b="1" dirty="0">
                <a:latin typeface="宋体" panose="02010600030101010101" pitchFamily="2" charset="-122"/>
                <a:ea typeface="宋体" panose="02010600030101010101" pitchFamily="2" charset="-122"/>
              </a:rPr>
              <a:t>IR </a:t>
            </a:r>
            <a:r>
              <a:rPr lang="zh-CN" altLang="en-US" sz="2800" b="1" dirty="0">
                <a:latin typeface="宋体" panose="02010600030101010101" pitchFamily="2" charset="-122"/>
                <a:ea typeface="宋体" panose="02010600030101010101" pitchFamily="2" charset="-122"/>
              </a:rPr>
              <a:t>存放当前欲执行的指令</a:t>
            </a:r>
          </a:p>
        </p:txBody>
      </p:sp>
      <p:sp>
        <p:nvSpPr>
          <p:cNvPr id="685079" name="文本框 685078"/>
          <p:cNvSpPr txBox="1"/>
          <p:nvPr/>
        </p:nvSpPr>
        <p:spPr>
          <a:xfrm>
            <a:off x="7861300" y="3252788"/>
            <a:ext cx="1282700" cy="519112"/>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访存</a:t>
            </a:r>
          </a:p>
        </p:txBody>
      </p:sp>
      <p:sp>
        <p:nvSpPr>
          <p:cNvPr id="685080" name="文本框 685079"/>
          <p:cNvSpPr txBox="1"/>
          <p:nvPr/>
        </p:nvSpPr>
        <p:spPr>
          <a:xfrm>
            <a:off x="7861300" y="2362200"/>
            <a:ext cx="1244600" cy="519113"/>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访存</a:t>
            </a:r>
          </a:p>
        </p:txBody>
      </p:sp>
      <p:sp>
        <p:nvSpPr>
          <p:cNvPr id="685081" name="左大括号 685080"/>
          <p:cNvSpPr/>
          <p:nvPr/>
        </p:nvSpPr>
        <p:spPr>
          <a:xfrm>
            <a:off x="3738563" y="2209800"/>
            <a:ext cx="228600" cy="1371600"/>
          </a:xfrm>
          <a:prstGeom prst="leftBrace">
            <a:avLst>
              <a:gd name="adj1" fmla="val 50000"/>
              <a:gd name="adj2" fmla="val 50000"/>
            </a:avLst>
          </a:prstGeom>
          <a:noFill/>
          <a:ln w="38100" cap="flat" cmpd="sng">
            <a:solidFill>
              <a:schemeClr val="folHlink"/>
            </a:solidFill>
            <a:prstDash val="solid"/>
            <a:round/>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85082" name="文本框 685081"/>
          <p:cNvSpPr txBox="1"/>
          <p:nvPr/>
        </p:nvSpPr>
        <p:spPr>
          <a:xfrm>
            <a:off x="2860675" y="2033588"/>
            <a:ext cx="901700" cy="1544637"/>
          </a:xfrm>
          <a:prstGeom prst="rect">
            <a:avLst/>
          </a:prstGeom>
          <a:noFill/>
          <a:ln w="9525">
            <a:noFill/>
          </a:ln>
        </p:spPr>
        <p:txBody>
          <a:bodyPr wrap="none"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完成</a:t>
            </a:r>
          </a:p>
          <a:p>
            <a:pPr algn="ctr">
              <a:spcBef>
                <a:spcPct val="20000"/>
              </a:spcBef>
            </a:pPr>
            <a:r>
              <a:rPr lang="zh-CN" altLang="en-US" sz="2800" b="1" dirty="0">
                <a:latin typeface="宋体" panose="02010600030101010101" pitchFamily="2" charset="-122"/>
                <a:ea typeface="宋体" panose="02010600030101010101" pitchFamily="2" charset="-122"/>
              </a:rPr>
              <a:t>一条</a:t>
            </a:r>
          </a:p>
          <a:p>
            <a:pPr algn="ctr">
              <a:spcBef>
                <a:spcPct val="20000"/>
              </a:spcBef>
            </a:pPr>
            <a:r>
              <a:rPr lang="zh-CN" altLang="en-US" sz="2800" b="1" dirty="0">
                <a:latin typeface="宋体" panose="02010600030101010101" pitchFamily="2" charset="-122"/>
                <a:ea typeface="宋体" panose="02010600030101010101" pitchFamily="2" charset="-122"/>
              </a:rPr>
              <a:t>指令</a:t>
            </a:r>
          </a:p>
        </p:txBody>
      </p:sp>
      <p:sp>
        <p:nvSpPr>
          <p:cNvPr id="685083" name="矩形 685082"/>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1.1</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sp>
        <p:nvSpPr>
          <p:cNvPr id="42011" name="文本框 685083"/>
          <p:cNvSpPr txBox="1"/>
          <p:nvPr/>
        </p:nvSpPr>
        <p:spPr>
          <a:xfrm>
            <a:off x="793750" y="409575"/>
            <a:ext cx="5911850" cy="641350"/>
          </a:xfrm>
          <a:prstGeom prst="rect">
            <a:avLst/>
          </a:prstGeom>
          <a:noFill/>
          <a:ln w="9525">
            <a:noFill/>
          </a:ln>
        </p:spPr>
        <p:txBody>
          <a:bodyPr anchor="t" anchorCtr="0">
            <a:spAutoFit/>
          </a:bodyPr>
          <a:lstStyle/>
          <a:p>
            <a:pPr>
              <a:spcBef>
                <a:spcPct val="20000"/>
              </a:spcBef>
            </a:pPr>
            <a:r>
              <a:rPr lang="en-US" altLang="zh-CN" sz="3600" b="1">
                <a:latin typeface="宋体" panose="02010600030101010101" pitchFamily="2" charset="-122"/>
                <a:ea typeface="宋体" panose="02010600030101010101" pitchFamily="2" charset="-122"/>
              </a:rPr>
              <a:t>(</a:t>
            </a:r>
            <a:r>
              <a:rPr lang="en-US" altLang="zh-CN" sz="3600" b="1">
                <a:latin typeface="Times New Roman" panose="02020603050405020304" pitchFamily="18" charset="0"/>
                <a:ea typeface="宋体" panose="02010600030101010101" pitchFamily="2" charset="-122"/>
              </a:rPr>
              <a:t>3</a:t>
            </a:r>
            <a:r>
              <a:rPr lang="en-US" altLang="zh-CN" sz="3600" b="1" dirty="0">
                <a:latin typeface="宋体" panose="02010600030101010101" pitchFamily="2" charset="-122"/>
                <a:ea typeface="宋体" panose="02010600030101010101" pitchFamily="2" charset="-122"/>
              </a:rPr>
              <a:t>)</a:t>
            </a:r>
            <a:r>
              <a:rPr lang="zh-CN" altLang="en-US" sz="3600" b="1" dirty="0">
                <a:latin typeface="宋体" panose="02010600030101010101" pitchFamily="2" charset="-122"/>
                <a:ea typeface="宋体" panose="02010600030101010101" pitchFamily="2" charset="-122"/>
              </a:rPr>
              <a:t>控制器的基本组成</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685064"/>
                                        </p:tgtEl>
                                        <p:attrNameLst>
                                          <p:attrName>style.visibility</p:attrName>
                                        </p:attrNameLst>
                                      </p:cBhvr>
                                      <p:to>
                                        <p:strVal val="visible"/>
                                      </p:to>
                                    </p:set>
                                    <p:animEffect transition="in" filter="barn(outVertical)">
                                      <p:cBhvr>
                                        <p:cTn id="7" dur="500"/>
                                        <p:tgtEl>
                                          <p:spTgt spid="6850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85082"/>
                                        </p:tgtEl>
                                        <p:attrNameLst>
                                          <p:attrName>style.visibility</p:attrName>
                                        </p:attrNameLst>
                                      </p:cBhvr>
                                      <p:to>
                                        <p:strVal val="visible"/>
                                      </p:to>
                                    </p:set>
                                    <p:animEffect transition="in" filter="blinds(horizontal)">
                                      <p:cBhvr>
                                        <p:cTn id="12" dur="500"/>
                                        <p:tgtEl>
                                          <p:spTgt spid="685082"/>
                                        </p:tgtEl>
                                      </p:cBhvr>
                                    </p:animEffect>
                                  </p:childTnLst>
                                </p:cTn>
                              </p:par>
                            </p:childTnLst>
                          </p:cTn>
                        </p:par>
                        <p:par>
                          <p:cTn id="13" fill="hold">
                            <p:stCondLst>
                              <p:cond delay="500"/>
                            </p:stCondLst>
                            <p:childTnLst>
                              <p:par>
                                <p:cTn id="14" presetID="16" presetClass="entr" presetSubtype="42" fill="hold" nodeType="afterEffect">
                                  <p:stCondLst>
                                    <p:cond delay="0"/>
                                  </p:stCondLst>
                                  <p:childTnLst>
                                    <p:set>
                                      <p:cBhvr>
                                        <p:cTn id="15" dur="1" fill="hold">
                                          <p:stCondLst>
                                            <p:cond delay="0"/>
                                          </p:stCondLst>
                                        </p:cTn>
                                        <p:tgtEl>
                                          <p:spTgt spid="685081"/>
                                        </p:tgtEl>
                                        <p:attrNameLst>
                                          <p:attrName>style.visibility</p:attrName>
                                        </p:attrNameLst>
                                      </p:cBhvr>
                                      <p:to>
                                        <p:strVal val="visible"/>
                                      </p:to>
                                    </p:set>
                                    <p:animEffect transition="in" filter="barn(outHorizontal)">
                                      <p:cBhvr>
                                        <p:cTn id="16" dur="500"/>
                                        <p:tgtEl>
                                          <p:spTgt spid="685081"/>
                                        </p:tgtEl>
                                      </p:cBhvr>
                                    </p:animEffect>
                                  </p:childTnLst>
                                </p:cTn>
                              </p:par>
                            </p:childTnLst>
                          </p:cTn>
                        </p:par>
                        <p:par>
                          <p:cTn id="17" fill="hold">
                            <p:stCondLst>
                              <p:cond delay="1000"/>
                            </p:stCondLst>
                            <p:childTnLst>
                              <p:par>
                                <p:cTn id="18" presetID="3" presetClass="entr" presetSubtype="10" fill="hold" grpId="0" nodeType="afterEffect">
                                  <p:stCondLst>
                                    <p:cond delay="10000"/>
                                  </p:stCondLst>
                                  <p:childTnLst>
                                    <p:set>
                                      <p:cBhvr>
                                        <p:cTn id="19" dur="1" fill="hold">
                                          <p:stCondLst>
                                            <p:cond delay="0"/>
                                          </p:stCondLst>
                                        </p:cTn>
                                        <p:tgtEl>
                                          <p:spTgt spid="685058"/>
                                        </p:tgtEl>
                                        <p:attrNameLst>
                                          <p:attrName>style.visibility</p:attrName>
                                        </p:attrNameLst>
                                      </p:cBhvr>
                                      <p:to>
                                        <p:strVal val="visible"/>
                                      </p:to>
                                    </p:set>
                                    <p:animEffect transition="in" filter="blinds(horizontal)">
                                      <p:cBhvr>
                                        <p:cTn id="20" dur="500"/>
                                        <p:tgtEl>
                                          <p:spTgt spid="685058"/>
                                        </p:tgtEl>
                                      </p:cBhvr>
                                    </p:animEffect>
                                  </p:childTnLst>
                                </p:cTn>
                              </p:par>
                            </p:childTnLst>
                          </p:cTn>
                        </p:par>
                        <p:par>
                          <p:cTn id="21" fill="hold">
                            <p:stCondLst>
                              <p:cond delay="11500"/>
                            </p:stCondLst>
                            <p:childTnLst>
                              <p:par>
                                <p:cTn id="22" presetID="3" presetClass="entr" presetSubtype="10" fill="hold" grpId="0" nodeType="afterEffect">
                                  <p:stCondLst>
                                    <p:cond delay="10000"/>
                                  </p:stCondLst>
                                  <p:childTnLst>
                                    <p:set>
                                      <p:cBhvr>
                                        <p:cTn id="23" dur="1" fill="hold">
                                          <p:stCondLst>
                                            <p:cond delay="0"/>
                                          </p:stCondLst>
                                        </p:cTn>
                                        <p:tgtEl>
                                          <p:spTgt spid="685059"/>
                                        </p:tgtEl>
                                        <p:attrNameLst>
                                          <p:attrName>style.visibility</p:attrName>
                                        </p:attrNameLst>
                                      </p:cBhvr>
                                      <p:to>
                                        <p:strVal val="visible"/>
                                      </p:to>
                                    </p:set>
                                    <p:animEffect transition="in" filter="blinds(horizontal)">
                                      <p:cBhvr>
                                        <p:cTn id="24" dur="500"/>
                                        <p:tgtEl>
                                          <p:spTgt spid="685059"/>
                                        </p:tgtEl>
                                      </p:cBhvr>
                                    </p:animEffect>
                                  </p:childTnLst>
                                </p:cTn>
                              </p:par>
                            </p:childTnLst>
                          </p:cTn>
                        </p:par>
                        <p:par>
                          <p:cTn id="25" fill="hold">
                            <p:stCondLst>
                              <p:cond delay="22000"/>
                            </p:stCondLst>
                            <p:childTnLst>
                              <p:par>
                                <p:cTn id="26" presetID="3" presetClass="entr" presetSubtype="10" fill="hold" grpId="0" nodeType="afterEffect">
                                  <p:stCondLst>
                                    <p:cond delay="10000"/>
                                  </p:stCondLst>
                                  <p:childTnLst>
                                    <p:set>
                                      <p:cBhvr>
                                        <p:cTn id="27" dur="1" fill="hold">
                                          <p:stCondLst>
                                            <p:cond delay="0"/>
                                          </p:stCondLst>
                                        </p:cTn>
                                        <p:tgtEl>
                                          <p:spTgt spid="685060"/>
                                        </p:tgtEl>
                                        <p:attrNameLst>
                                          <p:attrName>style.visibility</p:attrName>
                                        </p:attrNameLst>
                                      </p:cBhvr>
                                      <p:to>
                                        <p:strVal val="visible"/>
                                      </p:to>
                                    </p:set>
                                    <p:animEffect transition="in" filter="blinds(horizontal)">
                                      <p:cBhvr>
                                        <p:cTn id="28" dur="500"/>
                                        <p:tgtEl>
                                          <p:spTgt spid="685060"/>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685061"/>
                                        </p:tgtEl>
                                        <p:attrNameLst>
                                          <p:attrName>style.visibility</p:attrName>
                                        </p:attrNameLst>
                                      </p:cBhvr>
                                      <p:to>
                                        <p:strVal val="visible"/>
                                      </p:to>
                                    </p:set>
                                    <p:animEffect transition="in" filter="blinds(horizontal)">
                                      <p:cBhvr>
                                        <p:cTn id="33" dur="500"/>
                                        <p:tgtEl>
                                          <p:spTgt spid="685061"/>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685075"/>
                                        </p:tgtEl>
                                        <p:attrNameLst>
                                          <p:attrName>style.visibility</p:attrName>
                                        </p:attrNameLst>
                                      </p:cBhvr>
                                      <p:to>
                                        <p:strVal val="visible"/>
                                      </p:to>
                                    </p:set>
                                    <p:animEffect transition="in" filter="blinds(horizontal)">
                                      <p:cBhvr>
                                        <p:cTn id="38" dur="500"/>
                                        <p:tgtEl>
                                          <p:spTgt spid="685075"/>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685062"/>
                                        </p:tgtEl>
                                        <p:attrNameLst>
                                          <p:attrName>style.visibility</p:attrName>
                                        </p:attrNameLst>
                                      </p:cBhvr>
                                      <p:to>
                                        <p:strVal val="visible"/>
                                      </p:to>
                                    </p:set>
                                    <p:animEffect transition="in" filter="blinds(horizontal)">
                                      <p:cBhvr>
                                        <p:cTn id="43" dur="500"/>
                                        <p:tgtEl>
                                          <p:spTgt spid="685062"/>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685078"/>
                                        </p:tgtEl>
                                        <p:attrNameLst>
                                          <p:attrName>style.visibility</p:attrName>
                                        </p:attrNameLst>
                                      </p:cBhvr>
                                      <p:to>
                                        <p:strVal val="visible"/>
                                      </p:to>
                                    </p:set>
                                    <p:animEffect transition="in" filter="blinds(horizontal)">
                                      <p:cBhvr>
                                        <p:cTn id="48" dur="500"/>
                                        <p:tgtEl>
                                          <p:spTgt spid="685078"/>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685063"/>
                                        </p:tgtEl>
                                        <p:attrNameLst>
                                          <p:attrName>style.visibility</p:attrName>
                                        </p:attrNameLst>
                                      </p:cBhvr>
                                      <p:to>
                                        <p:strVal val="visible"/>
                                      </p:to>
                                    </p:set>
                                    <p:animEffect transition="in" filter="blinds(horizontal)">
                                      <p:cBhvr>
                                        <p:cTn id="53" dur="500"/>
                                        <p:tgtEl>
                                          <p:spTgt spid="685063"/>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42" fill="hold" nodeType="clickEffect">
                                  <p:stCondLst>
                                    <p:cond delay="0"/>
                                  </p:stCondLst>
                                  <p:childTnLst>
                                    <p:set>
                                      <p:cBhvr>
                                        <p:cTn id="57" dur="1" fill="hold">
                                          <p:stCondLst>
                                            <p:cond delay="0"/>
                                          </p:stCondLst>
                                        </p:cTn>
                                        <p:tgtEl>
                                          <p:spTgt spid="685072"/>
                                        </p:tgtEl>
                                        <p:attrNameLst>
                                          <p:attrName>style.visibility</p:attrName>
                                        </p:attrNameLst>
                                      </p:cBhvr>
                                      <p:to>
                                        <p:strVal val="visible"/>
                                      </p:to>
                                    </p:set>
                                    <p:animEffect transition="in" filter="barn(outHorizontal)">
                                      <p:cBhvr>
                                        <p:cTn id="58" dur="500"/>
                                        <p:tgtEl>
                                          <p:spTgt spid="685072"/>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685073"/>
                                        </p:tgtEl>
                                        <p:attrNameLst>
                                          <p:attrName>style.visibility</p:attrName>
                                        </p:attrNameLst>
                                      </p:cBhvr>
                                      <p:to>
                                        <p:strVal val="visible"/>
                                      </p:to>
                                    </p:set>
                                    <p:animEffect transition="in" filter="blinds(horizontal)">
                                      <p:cBhvr>
                                        <p:cTn id="63" dur="500"/>
                                        <p:tgtEl>
                                          <p:spTgt spid="685073"/>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685074"/>
                                        </p:tgtEl>
                                        <p:attrNameLst>
                                          <p:attrName>style.visibility</p:attrName>
                                        </p:attrNameLst>
                                      </p:cBhvr>
                                      <p:to>
                                        <p:strVal val="visible"/>
                                      </p:to>
                                    </p:set>
                                    <p:animEffect transition="in" filter="blinds(horizontal)">
                                      <p:cBhvr>
                                        <p:cTn id="68" dur="500"/>
                                        <p:tgtEl>
                                          <p:spTgt spid="685074"/>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685080"/>
                                        </p:tgtEl>
                                        <p:attrNameLst>
                                          <p:attrName>style.visibility</p:attrName>
                                        </p:attrNameLst>
                                      </p:cBhvr>
                                      <p:to>
                                        <p:strVal val="visible"/>
                                      </p:to>
                                    </p:set>
                                    <p:animEffect transition="in" filter="blinds(horizontal)">
                                      <p:cBhvr>
                                        <p:cTn id="73" dur="500"/>
                                        <p:tgtEl>
                                          <p:spTgt spid="685080"/>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685079"/>
                                        </p:tgtEl>
                                        <p:attrNameLst>
                                          <p:attrName>style.visibility</p:attrName>
                                        </p:attrNameLst>
                                      </p:cBhvr>
                                      <p:to>
                                        <p:strVal val="visible"/>
                                      </p:to>
                                    </p:set>
                                    <p:animEffect transition="in" filter="blinds(horizontal)">
                                      <p:cBhvr>
                                        <p:cTn id="78" dur="500"/>
                                        <p:tgtEl>
                                          <p:spTgt spid="685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5058" grpId="0"/>
      <p:bldP spid="685059" grpId="0"/>
      <p:bldP spid="685060" grpId="0"/>
      <p:bldP spid="685061" grpId="0"/>
      <p:bldP spid="685062" grpId="0"/>
      <p:bldP spid="685063" grpId="0"/>
      <p:bldP spid="685073" grpId="0"/>
      <p:bldP spid="685074" grpId="0"/>
      <p:bldP spid="685078" grpId="0"/>
      <p:bldP spid="685079" grpId="0"/>
      <p:bldP spid="685080" grpId="0"/>
      <p:bldP spid="68508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6082" name="组合 686081"/>
          <p:cNvGrpSpPr/>
          <p:nvPr/>
        </p:nvGrpSpPr>
        <p:grpSpPr>
          <a:xfrm>
            <a:off x="4552950" y="4518025"/>
            <a:ext cx="1085850" cy="519113"/>
            <a:chOff x="2868" y="2846"/>
            <a:chExt cx="684" cy="327"/>
          </a:xfrm>
        </p:grpSpPr>
        <p:sp>
          <p:nvSpPr>
            <p:cNvPr id="43010" name="任意多边形 686082"/>
            <p:cNvSpPr/>
            <p:nvPr/>
          </p:nvSpPr>
          <p:spPr>
            <a:xfrm>
              <a:off x="2868" y="3150"/>
              <a:ext cx="684" cy="1"/>
            </a:xfrm>
            <a:custGeom>
              <a:avLst/>
              <a:gdLst/>
              <a:ahLst/>
              <a:cxnLst/>
              <a:rect l="0" t="0" r="0" b="0"/>
              <a:pathLst>
                <a:path w="684" h="1">
                  <a:moveTo>
                    <a:pt x="0" y="0"/>
                  </a:moveTo>
                  <a:lnTo>
                    <a:pt x="684" y="0"/>
                  </a:lnTo>
                </a:path>
              </a:pathLst>
            </a:custGeom>
            <a:noFill/>
            <a:ln w="28575" cap="flat" cmpd="sng">
              <a:solidFill>
                <a:schemeClr val="folHlink"/>
              </a:solidFill>
              <a:prstDash val="solid"/>
              <a:round/>
              <a:headEnd type="none" w="med" len="med"/>
              <a:tailEnd type="stealth" w="med" len="med"/>
            </a:ln>
          </p:spPr>
          <p:txBody>
            <a:bodyPr/>
            <a:lstStyle/>
            <a:p>
              <a:endParaRPr lang="zh-CN" altLang="en-US"/>
            </a:p>
          </p:txBody>
        </p:sp>
        <p:sp>
          <p:nvSpPr>
            <p:cNvPr id="43011" name="文本框 686083"/>
            <p:cNvSpPr txBox="1"/>
            <p:nvPr/>
          </p:nvSpPr>
          <p:spPr>
            <a:xfrm>
              <a:off x="3168" y="2846"/>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1</a:t>
              </a:r>
            </a:p>
          </p:txBody>
        </p:sp>
      </p:grpSp>
      <p:grpSp>
        <p:nvGrpSpPr>
          <p:cNvPr id="686085" name="组合 686084"/>
          <p:cNvGrpSpPr/>
          <p:nvPr/>
        </p:nvGrpSpPr>
        <p:grpSpPr>
          <a:xfrm>
            <a:off x="5810250" y="3581400"/>
            <a:ext cx="361950" cy="914400"/>
            <a:chOff x="3660" y="2256"/>
            <a:chExt cx="228" cy="576"/>
          </a:xfrm>
        </p:grpSpPr>
        <p:sp>
          <p:nvSpPr>
            <p:cNvPr id="43013" name="直接连接符 686085"/>
            <p:cNvSpPr/>
            <p:nvPr/>
          </p:nvSpPr>
          <p:spPr>
            <a:xfrm flipV="1">
              <a:off x="3840" y="2256"/>
              <a:ext cx="0" cy="576"/>
            </a:xfrm>
            <a:prstGeom prst="line">
              <a:avLst/>
            </a:prstGeom>
            <a:ln w="28575" cap="flat" cmpd="sng">
              <a:solidFill>
                <a:schemeClr val="folHlink"/>
              </a:solidFill>
              <a:prstDash val="solid"/>
              <a:round/>
              <a:headEnd type="none" w="med" len="med"/>
              <a:tailEnd type="stealth" w="med" len="med"/>
            </a:ln>
          </p:spPr>
        </p:sp>
        <p:sp>
          <p:nvSpPr>
            <p:cNvPr id="43014" name="文本框 686086"/>
            <p:cNvSpPr txBox="1"/>
            <p:nvPr/>
          </p:nvSpPr>
          <p:spPr>
            <a:xfrm>
              <a:off x="3660" y="2375"/>
              <a:ext cx="228" cy="327"/>
            </a:xfrm>
            <a:prstGeom prst="rect">
              <a:avLst/>
            </a:prstGeom>
            <a:noFill/>
            <a:ln w="952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2</a:t>
              </a:r>
            </a:p>
          </p:txBody>
        </p:sp>
      </p:grpSp>
      <p:grpSp>
        <p:nvGrpSpPr>
          <p:cNvPr id="686088" name="组合 686087"/>
          <p:cNvGrpSpPr/>
          <p:nvPr/>
        </p:nvGrpSpPr>
        <p:grpSpPr>
          <a:xfrm>
            <a:off x="6800850" y="3581400"/>
            <a:ext cx="361950" cy="914400"/>
            <a:chOff x="4284" y="2256"/>
            <a:chExt cx="228" cy="576"/>
          </a:xfrm>
        </p:grpSpPr>
        <p:sp>
          <p:nvSpPr>
            <p:cNvPr id="43016" name="直接连接符 686088"/>
            <p:cNvSpPr/>
            <p:nvPr/>
          </p:nvSpPr>
          <p:spPr>
            <a:xfrm>
              <a:off x="4464" y="2256"/>
              <a:ext cx="0" cy="576"/>
            </a:xfrm>
            <a:prstGeom prst="line">
              <a:avLst/>
            </a:prstGeom>
            <a:ln w="28575" cap="flat" cmpd="sng">
              <a:solidFill>
                <a:schemeClr val="folHlink"/>
              </a:solidFill>
              <a:prstDash val="solid"/>
              <a:round/>
              <a:headEnd type="none" w="med" len="med"/>
              <a:tailEnd type="stealth" w="med" len="med"/>
            </a:ln>
          </p:spPr>
        </p:sp>
        <p:sp>
          <p:nvSpPr>
            <p:cNvPr id="43017" name="文本框 686089"/>
            <p:cNvSpPr txBox="1"/>
            <p:nvPr/>
          </p:nvSpPr>
          <p:spPr>
            <a:xfrm>
              <a:off x="4284" y="2375"/>
              <a:ext cx="228" cy="327"/>
            </a:xfrm>
            <a:prstGeom prst="rect">
              <a:avLst/>
            </a:prstGeom>
            <a:noFill/>
            <a:ln w="952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3</a:t>
              </a:r>
            </a:p>
          </p:txBody>
        </p:sp>
      </p:grpSp>
      <p:sp>
        <p:nvSpPr>
          <p:cNvPr id="686091" name="直接连接符 686090"/>
          <p:cNvSpPr/>
          <p:nvPr/>
        </p:nvSpPr>
        <p:spPr>
          <a:xfrm flipV="1">
            <a:off x="4038600" y="3124200"/>
            <a:ext cx="0" cy="762000"/>
          </a:xfrm>
          <a:prstGeom prst="line">
            <a:avLst/>
          </a:prstGeom>
          <a:ln w="28575" cap="flat" cmpd="sng">
            <a:solidFill>
              <a:schemeClr val="folHlink"/>
            </a:solidFill>
            <a:prstDash val="solid"/>
            <a:round/>
            <a:headEnd type="none" w="med" len="med"/>
            <a:tailEnd type="none" w="med" len="med"/>
          </a:ln>
        </p:spPr>
      </p:sp>
      <p:grpSp>
        <p:nvGrpSpPr>
          <p:cNvPr id="686092" name="组合 686091"/>
          <p:cNvGrpSpPr/>
          <p:nvPr/>
        </p:nvGrpSpPr>
        <p:grpSpPr>
          <a:xfrm>
            <a:off x="3429000" y="2627313"/>
            <a:ext cx="609600" cy="519112"/>
            <a:chOff x="2160" y="1655"/>
            <a:chExt cx="384" cy="327"/>
          </a:xfrm>
        </p:grpSpPr>
        <p:sp>
          <p:nvSpPr>
            <p:cNvPr id="43020" name="直接连接符 686092"/>
            <p:cNvSpPr/>
            <p:nvPr/>
          </p:nvSpPr>
          <p:spPr>
            <a:xfrm flipH="1">
              <a:off x="2160" y="1968"/>
              <a:ext cx="384" cy="0"/>
            </a:xfrm>
            <a:prstGeom prst="line">
              <a:avLst/>
            </a:prstGeom>
            <a:ln w="28575" cap="flat" cmpd="sng">
              <a:solidFill>
                <a:schemeClr val="folHlink"/>
              </a:solidFill>
              <a:prstDash val="solid"/>
              <a:round/>
              <a:headEnd type="none" w="med" len="med"/>
              <a:tailEnd type="none" w="med" len="med"/>
            </a:ln>
          </p:spPr>
        </p:sp>
        <p:sp>
          <p:nvSpPr>
            <p:cNvPr id="43021" name="文本框 686093"/>
            <p:cNvSpPr txBox="1"/>
            <p:nvPr/>
          </p:nvSpPr>
          <p:spPr>
            <a:xfrm>
              <a:off x="2238" y="1655"/>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5</a:t>
              </a:r>
            </a:p>
          </p:txBody>
        </p:sp>
      </p:grpSp>
      <p:sp>
        <p:nvSpPr>
          <p:cNvPr id="686095" name="直接连接符 686094"/>
          <p:cNvSpPr/>
          <p:nvPr/>
        </p:nvSpPr>
        <p:spPr>
          <a:xfrm>
            <a:off x="5791200" y="3733800"/>
            <a:ext cx="0" cy="762000"/>
          </a:xfrm>
          <a:prstGeom prst="line">
            <a:avLst/>
          </a:prstGeom>
          <a:ln w="28575" cap="flat" cmpd="sng">
            <a:solidFill>
              <a:schemeClr val="folHlink"/>
            </a:solidFill>
            <a:prstDash val="solid"/>
            <a:round/>
            <a:headEnd type="none" w="med" len="med"/>
            <a:tailEnd type="stealth" w="med" len="med"/>
          </a:ln>
        </p:spPr>
      </p:sp>
      <p:grpSp>
        <p:nvGrpSpPr>
          <p:cNvPr id="686096" name="组合 686095"/>
          <p:cNvGrpSpPr/>
          <p:nvPr/>
        </p:nvGrpSpPr>
        <p:grpSpPr>
          <a:xfrm>
            <a:off x="4267200" y="3236913"/>
            <a:ext cx="1524000" cy="519112"/>
            <a:chOff x="2688" y="2039"/>
            <a:chExt cx="960" cy="327"/>
          </a:xfrm>
        </p:grpSpPr>
        <p:sp>
          <p:nvSpPr>
            <p:cNvPr id="43024" name="直接连接符 686096"/>
            <p:cNvSpPr/>
            <p:nvPr/>
          </p:nvSpPr>
          <p:spPr>
            <a:xfrm>
              <a:off x="2688" y="2352"/>
              <a:ext cx="960" cy="0"/>
            </a:xfrm>
            <a:prstGeom prst="line">
              <a:avLst/>
            </a:prstGeom>
            <a:ln w="28575" cap="flat" cmpd="sng">
              <a:solidFill>
                <a:schemeClr val="folHlink"/>
              </a:solidFill>
              <a:prstDash val="solid"/>
              <a:round/>
              <a:headEnd type="none" w="med" len="med"/>
              <a:tailEnd type="none" w="med" len="med"/>
            </a:ln>
          </p:spPr>
        </p:sp>
        <p:sp>
          <p:nvSpPr>
            <p:cNvPr id="43025" name="文本框 686097"/>
            <p:cNvSpPr txBox="1"/>
            <p:nvPr/>
          </p:nvSpPr>
          <p:spPr>
            <a:xfrm>
              <a:off x="3180" y="2039"/>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6</a:t>
              </a:r>
            </a:p>
          </p:txBody>
        </p:sp>
      </p:grpSp>
      <p:grpSp>
        <p:nvGrpSpPr>
          <p:cNvPr id="686099" name="组合 686098"/>
          <p:cNvGrpSpPr/>
          <p:nvPr/>
        </p:nvGrpSpPr>
        <p:grpSpPr>
          <a:xfrm>
            <a:off x="6115050" y="3581400"/>
            <a:ext cx="361950" cy="914400"/>
            <a:chOff x="3852" y="2256"/>
            <a:chExt cx="228" cy="576"/>
          </a:xfrm>
        </p:grpSpPr>
        <p:sp>
          <p:nvSpPr>
            <p:cNvPr id="43027" name="直接连接符 686099"/>
            <p:cNvSpPr/>
            <p:nvPr/>
          </p:nvSpPr>
          <p:spPr>
            <a:xfrm flipV="1">
              <a:off x="4032" y="2256"/>
              <a:ext cx="0" cy="576"/>
            </a:xfrm>
            <a:prstGeom prst="line">
              <a:avLst/>
            </a:prstGeom>
            <a:ln w="28575" cap="flat" cmpd="sng">
              <a:solidFill>
                <a:schemeClr val="folHlink"/>
              </a:solidFill>
              <a:prstDash val="solid"/>
              <a:round/>
              <a:headEnd type="none" w="med" len="med"/>
              <a:tailEnd type="stealth" w="med" len="med"/>
            </a:ln>
          </p:spPr>
        </p:sp>
        <p:sp>
          <p:nvSpPr>
            <p:cNvPr id="43028" name="文本框 686100"/>
            <p:cNvSpPr txBox="1"/>
            <p:nvPr/>
          </p:nvSpPr>
          <p:spPr>
            <a:xfrm>
              <a:off x="3852" y="2375"/>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7</a:t>
              </a:r>
            </a:p>
          </p:txBody>
        </p:sp>
      </p:grpSp>
      <p:grpSp>
        <p:nvGrpSpPr>
          <p:cNvPr id="686102" name="组合 686101"/>
          <p:cNvGrpSpPr/>
          <p:nvPr/>
        </p:nvGrpSpPr>
        <p:grpSpPr>
          <a:xfrm>
            <a:off x="7239000" y="3581400"/>
            <a:ext cx="361950" cy="914400"/>
            <a:chOff x="4560" y="2256"/>
            <a:chExt cx="228" cy="576"/>
          </a:xfrm>
        </p:grpSpPr>
        <p:sp>
          <p:nvSpPr>
            <p:cNvPr id="43030" name="直接连接符 686102"/>
            <p:cNvSpPr/>
            <p:nvPr/>
          </p:nvSpPr>
          <p:spPr>
            <a:xfrm>
              <a:off x="4752" y="2256"/>
              <a:ext cx="0" cy="576"/>
            </a:xfrm>
            <a:prstGeom prst="line">
              <a:avLst/>
            </a:prstGeom>
            <a:ln w="28575" cap="flat" cmpd="sng">
              <a:solidFill>
                <a:schemeClr val="folHlink"/>
              </a:solidFill>
              <a:prstDash val="solid"/>
              <a:round/>
              <a:headEnd type="none" w="med" len="med"/>
              <a:tailEnd type="stealth" w="med" len="med"/>
            </a:ln>
          </p:spPr>
        </p:sp>
        <p:sp>
          <p:nvSpPr>
            <p:cNvPr id="43031" name="文本框 686103"/>
            <p:cNvSpPr txBox="1"/>
            <p:nvPr/>
          </p:nvSpPr>
          <p:spPr>
            <a:xfrm>
              <a:off x="4560" y="2375"/>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8</a:t>
              </a:r>
            </a:p>
          </p:txBody>
        </p:sp>
      </p:grpSp>
      <p:sp>
        <p:nvSpPr>
          <p:cNvPr id="686105" name="直接连接符 686104"/>
          <p:cNvSpPr/>
          <p:nvPr/>
        </p:nvSpPr>
        <p:spPr>
          <a:xfrm flipV="1">
            <a:off x="228600" y="3429000"/>
            <a:ext cx="0" cy="3200400"/>
          </a:xfrm>
          <a:prstGeom prst="line">
            <a:avLst/>
          </a:prstGeom>
          <a:ln w="28575" cap="flat" cmpd="sng">
            <a:solidFill>
              <a:schemeClr val="folHlink"/>
            </a:solidFill>
            <a:prstDash val="solid"/>
            <a:round/>
            <a:headEnd type="none" w="med" len="med"/>
            <a:tailEnd type="none" w="med" len="med"/>
          </a:ln>
        </p:spPr>
      </p:sp>
      <p:sp>
        <p:nvSpPr>
          <p:cNvPr id="686106" name="直接连接符 686105"/>
          <p:cNvSpPr/>
          <p:nvPr/>
        </p:nvSpPr>
        <p:spPr>
          <a:xfrm>
            <a:off x="228600" y="3429000"/>
            <a:ext cx="609600" cy="0"/>
          </a:xfrm>
          <a:prstGeom prst="line">
            <a:avLst/>
          </a:prstGeom>
          <a:ln w="28575" cap="flat" cmpd="sng">
            <a:solidFill>
              <a:schemeClr val="folHlink"/>
            </a:solidFill>
            <a:prstDash val="solid"/>
            <a:round/>
            <a:headEnd type="none" w="med" len="med"/>
            <a:tailEnd type="stealth" w="med" len="med"/>
          </a:ln>
        </p:spPr>
      </p:sp>
      <p:grpSp>
        <p:nvGrpSpPr>
          <p:cNvPr id="686107" name="组合 686106"/>
          <p:cNvGrpSpPr/>
          <p:nvPr/>
        </p:nvGrpSpPr>
        <p:grpSpPr>
          <a:xfrm>
            <a:off x="7772400" y="4724400"/>
            <a:ext cx="304800" cy="1905000"/>
            <a:chOff x="4896" y="2976"/>
            <a:chExt cx="192" cy="1200"/>
          </a:xfrm>
        </p:grpSpPr>
        <p:sp>
          <p:nvSpPr>
            <p:cNvPr id="43035" name="直接连接符 686107"/>
            <p:cNvSpPr/>
            <p:nvPr/>
          </p:nvSpPr>
          <p:spPr>
            <a:xfrm>
              <a:off x="5088" y="2976"/>
              <a:ext cx="0" cy="1200"/>
            </a:xfrm>
            <a:prstGeom prst="line">
              <a:avLst/>
            </a:prstGeom>
            <a:ln w="28575" cap="flat" cmpd="sng">
              <a:solidFill>
                <a:schemeClr val="folHlink"/>
              </a:solidFill>
              <a:prstDash val="solid"/>
              <a:round/>
              <a:headEnd type="none" w="med" len="med"/>
              <a:tailEnd type="none" w="med" len="med"/>
            </a:ln>
          </p:spPr>
        </p:sp>
        <p:sp>
          <p:nvSpPr>
            <p:cNvPr id="43036" name="直接连接符 686108"/>
            <p:cNvSpPr/>
            <p:nvPr/>
          </p:nvSpPr>
          <p:spPr>
            <a:xfrm flipH="1">
              <a:off x="4896" y="2976"/>
              <a:ext cx="192" cy="0"/>
            </a:xfrm>
            <a:prstGeom prst="line">
              <a:avLst/>
            </a:prstGeom>
            <a:ln w="28575" cap="flat" cmpd="sng">
              <a:solidFill>
                <a:schemeClr val="folHlink"/>
              </a:solidFill>
              <a:prstDash val="solid"/>
              <a:round/>
              <a:headEnd type="none" w="med" len="med"/>
              <a:tailEnd type="none" w="med" len="med"/>
            </a:ln>
          </p:spPr>
        </p:sp>
      </p:grpSp>
      <p:grpSp>
        <p:nvGrpSpPr>
          <p:cNvPr id="686110" name="组合 686109"/>
          <p:cNvGrpSpPr/>
          <p:nvPr/>
        </p:nvGrpSpPr>
        <p:grpSpPr>
          <a:xfrm>
            <a:off x="228600" y="6118225"/>
            <a:ext cx="7848600" cy="519113"/>
            <a:chOff x="144" y="3854"/>
            <a:chExt cx="4944" cy="327"/>
          </a:xfrm>
        </p:grpSpPr>
        <p:sp>
          <p:nvSpPr>
            <p:cNvPr id="43038" name="直接连接符 686110"/>
            <p:cNvSpPr/>
            <p:nvPr/>
          </p:nvSpPr>
          <p:spPr>
            <a:xfrm flipH="1">
              <a:off x="2496" y="4176"/>
              <a:ext cx="2592" cy="0"/>
            </a:xfrm>
            <a:prstGeom prst="line">
              <a:avLst/>
            </a:prstGeom>
            <a:ln w="28575" cap="flat" cmpd="sng">
              <a:solidFill>
                <a:schemeClr val="folHlink"/>
              </a:solidFill>
              <a:prstDash val="solid"/>
              <a:round/>
              <a:headEnd type="none" w="med" len="med"/>
              <a:tailEnd type="none" w="med" len="med"/>
            </a:ln>
          </p:spPr>
        </p:sp>
        <p:sp>
          <p:nvSpPr>
            <p:cNvPr id="43039" name="直接连接符 686111"/>
            <p:cNvSpPr/>
            <p:nvPr/>
          </p:nvSpPr>
          <p:spPr>
            <a:xfrm flipH="1">
              <a:off x="144" y="4176"/>
              <a:ext cx="2400" cy="0"/>
            </a:xfrm>
            <a:prstGeom prst="line">
              <a:avLst/>
            </a:prstGeom>
            <a:ln w="28575" cap="flat" cmpd="sng">
              <a:solidFill>
                <a:schemeClr val="folHlink"/>
              </a:solidFill>
              <a:prstDash val="solid"/>
              <a:round/>
              <a:headEnd type="none" w="med" len="med"/>
              <a:tailEnd type="none" w="med" len="med"/>
            </a:ln>
          </p:spPr>
        </p:sp>
        <p:sp>
          <p:nvSpPr>
            <p:cNvPr id="43040" name="文本框 686112"/>
            <p:cNvSpPr txBox="1"/>
            <p:nvPr/>
          </p:nvSpPr>
          <p:spPr>
            <a:xfrm>
              <a:off x="3180" y="3854"/>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9</a:t>
              </a:r>
            </a:p>
          </p:txBody>
        </p:sp>
      </p:grpSp>
      <p:sp>
        <p:nvSpPr>
          <p:cNvPr id="686114" name="文本框 686113"/>
          <p:cNvSpPr txBox="1"/>
          <p:nvPr/>
        </p:nvSpPr>
        <p:spPr>
          <a:xfrm>
            <a:off x="1066800" y="1066800"/>
            <a:ext cx="3886200" cy="579438"/>
          </a:xfrm>
          <a:prstGeom prst="rect">
            <a:avLst/>
          </a:prstGeom>
          <a:noFill/>
          <a:ln w="9525">
            <a:noFill/>
          </a:ln>
        </p:spPr>
        <p:txBody>
          <a:bodyPr anchor="t" anchorCtr="0">
            <a:spAutoFit/>
          </a:bodyPr>
          <a:lstStyle/>
          <a:p>
            <a:pPr>
              <a:spcBef>
                <a:spcPct val="20000"/>
              </a:spcBef>
            </a:pPr>
            <a:r>
              <a:rPr lang="zh-CN" altLang="en-US" sz="3200" b="1" dirty="0">
                <a:latin typeface="宋体" panose="02010600030101010101" pitchFamily="2" charset="-122"/>
                <a:ea typeface="宋体" panose="02010600030101010101" pitchFamily="2" charset="-122"/>
              </a:rPr>
              <a:t>以取数指令为例</a:t>
            </a:r>
          </a:p>
        </p:txBody>
      </p:sp>
      <p:grpSp>
        <p:nvGrpSpPr>
          <p:cNvPr id="686115" name="组合 686114"/>
          <p:cNvGrpSpPr/>
          <p:nvPr/>
        </p:nvGrpSpPr>
        <p:grpSpPr>
          <a:xfrm>
            <a:off x="7772400" y="5029200"/>
            <a:ext cx="76200" cy="685800"/>
            <a:chOff x="4944" y="4944"/>
            <a:chExt cx="48" cy="432"/>
          </a:xfrm>
        </p:grpSpPr>
        <p:sp>
          <p:nvSpPr>
            <p:cNvPr id="43043" name="直接连接符 686115"/>
            <p:cNvSpPr/>
            <p:nvPr/>
          </p:nvSpPr>
          <p:spPr>
            <a:xfrm>
              <a:off x="4992" y="4944"/>
              <a:ext cx="0" cy="432"/>
            </a:xfrm>
            <a:prstGeom prst="line">
              <a:avLst/>
            </a:prstGeom>
            <a:ln w="28575" cap="flat" cmpd="sng">
              <a:solidFill>
                <a:schemeClr val="folHlink"/>
              </a:solidFill>
              <a:prstDash val="solid"/>
              <a:round/>
              <a:headEnd type="none" w="med" len="med"/>
              <a:tailEnd type="none" w="med" len="med"/>
            </a:ln>
          </p:spPr>
        </p:sp>
        <p:sp>
          <p:nvSpPr>
            <p:cNvPr id="43044" name="直接连接符 686116"/>
            <p:cNvSpPr/>
            <p:nvPr/>
          </p:nvSpPr>
          <p:spPr>
            <a:xfrm>
              <a:off x="4944" y="4944"/>
              <a:ext cx="48" cy="0"/>
            </a:xfrm>
            <a:prstGeom prst="line">
              <a:avLst/>
            </a:prstGeom>
            <a:ln w="28575" cap="flat" cmpd="sng">
              <a:solidFill>
                <a:schemeClr val="folHlink"/>
              </a:solidFill>
              <a:prstDash val="solid"/>
              <a:round/>
              <a:headEnd type="none" w="med" len="med"/>
              <a:tailEnd type="none" w="med" len="med"/>
            </a:ln>
          </p:spPr>
        </p:sp>
      </p:grpSp>
      <p:grpSp>
        <p:nvGrpSpPr>
          <p:cNvPr id="686118" name="组合 686117"/>
          <p:cNvGrpSpPr/>
          <p:nvPr/>
        </p:nvGrpSpPr>
        <p:grpSpPr>
          <a:xfrm>
            <a:off x="3690938" y="5218113"/>
            <a:ext cx="4157662" cy="519112"/>
            <a:chOff x="2325" y="3287"/>
            <a:chExt cx="2619" cy="327"/>
          </a:xfrm>
        </p:grpSpPr>
        <p:sp>
          <p:nvSpPr>
            <p:cNvPr id="43046" name="文本框 686118"/>
            <p:cNvSpPr txBox="1"/>
            <p:nvPr/>
          </p:nvSpPr>
          <p:spPr>
            <a:xfrm>
              <a:off x="3168" y="3287"/>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4</a:t>
              </a:r>
            </a:p>
          </p:txBody>
        </p:sp>
        <p:sp>
          <p:nvSpPr>
            <p:cNvPr id="43047" name="任意多边形 686119"/>
            <p:cNvSpPr/>
            <p:nvPr/>
          </p:nvSpPr>
          <p:spPr>
            <a:xfrm>
              <a:off x="2325" y="3597"/>
              <a:ext cx="2619" cy="3"/>
            </a:xfrm>
            <a:custGeom>
              <a:avLst/>
              <a:gdLst/>
              <a:ahLst/>
              <a:cxnLst/>
              <a:rect l="0" t="0" r="0" b="0"/>
              <a:pathLst>
                <a:path w="2619" h="3">
                  <a:moveTo>
                    <a:pt x="2619" y="3"/>
                  </a:moveTo>
                  <a:lnTo>
                    <a:pt x="0" y="0"/>
                  </a:lnTo>
                </a:path>
              </a:pathLst>
            </a:custGeom>
            <a:noFill/>
            <a:ln w="28575" cap="flat" cmpd="sng">
              <a:solidFill>
                <a:schemeClr val="folHlink"/>
              </a:solidFill>
              <a:prstDash val="solid"/>
              <a:round/>
              <a:headEnd type="none" w="med" len="med"/>
              <a:tailEnd type="none" w="med" len="med"/>
            </a:ln>
          </p:spPr>
          <p:txBody>
            <a:bodyPr/>
            <a:lstStyle/>
            <a:p>
              <a:endParaRPr lang="zh-CN" altLang="en-US"/>
            </a:p>
          </p:txBody>
        </p:sp>
      </p:grpSp>
      <p:sp>
        <p:nvSpPr>
          <p:cNvPr id="43048" name="文本框 686120"/>
          <p:cNvSpPr txBox="1"/>
          <p:nvPr/>
        </p:nvSpPr>
        <p:spPr>
          <a:xfrm>
            <a:off x="381000" y="409575"/>
            <a:ext cx="6629400" cy="641350"/>
          </a:xfrm>
          <a:prstGeom prst="rect">
            <a:avLst/>
          </a:prstGeom>
          <a:noFill/>
          <a:ln w="9525">
            <a:noFill/>
          </a:ln>
        </p:spPr>
        <p:txBody>
          <a:bodyPr anchor="t" anchorCtr="0">
            <a:spAutoFit/>
          </a:bodyPr>
          <a:lstStyle/>
          <a:p>
            <a:pPr>
              <a:spcBef>
                <a:spcPct val="20000"/>
              </a:spcBef>
            </a:pPr>
            <a:r>
              <a:rPr lang="en-US" altLang="zh-CN" sz="3600" b="1">
                <a:latin typeface="宋体" panose="02010600030101010101" pitchFamily="2" charset="-122"/>
                <a:ea typeface="宋体" panose="02010600030101010101" pitchFamily="2" charset="-122"/>
              </a:rPr>
              <a:t>(</a:t>
            </a:r>
            <a:r>
              <a:rPr lang="en-US" altLang="zh-CN" sz="3600" b="1">
                <a:latin typeface="Times New Roman" panose="02020603050405020304" pitchFamily="18" charset="0"/>
                <a:ea typeface="宋体" panose="02010600030101010101" pitchFamily="2" charset="-122"/>
              </a:rPr>
              <a:t>4</a:t>
            </a:r>
            <a:r>
              <a:rPr lang="en-US" altLang="zh-CN" sz="3600" b="1" dirty="0">
                <a:latin typeface="宋体" panose="02010600030101010101" pitchFamily="2" charset="-122"/>
                <a:ea typeface="宋体" panose="02010600030101010101" pitchFamily="2" charset="-122"/>
              </a:rPr>
              <a:t>)</a:t>
            </a:r>
            <a:r>
              <a:rPr lang="zh-CN" altLang="en-US" sz="3600" b="1" dirty="0">
                <a:latin typeface="宋体" panose="02010600030101010101" pitchFamily="2" charset="-122"/>
                <a:ea typeface="宋体" panose="02010600030101010101" pitchFamily="2" charset="-122"/>
              </a:rPr>
              <a:t>主机完成一条指令的过程</a:t>
            </a:r>
          </a:p>
        </p:txBody>
      </p:sp>
      <p:sp>
        <p:nvSpPr>
          <p:cNvPr id="686122" name="矩形 686121"/>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1.1</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sp>
        <p:nvSpPr>
          <p:cNvPr id="43050" name="矩形 686122"/>
          <p:cNvSpPr/>
          <p:nvPr/>
        </p:nvSpPr>
        <p:spPr>
          <a:xfrm>
            <a:off x="3205163" y="5410200"/>
            <a:ext cx="909637" cy="688975"/>
          </a:xfrm>
          <a:prstGeom prst="rect">
            <a:avLst/>
          </a:prstGeom>
          <a:noFill/>
          <a:ln w="20701">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86124" name="直接连接符 686123"/>
          <p:cNvSpPr/>
          <p:nvPr/>
        </p:nvSpPr>
        <p:spPr>
          <a:xfrm>
            <a:off x="3429000" y="3124200"/>
            <a:ext cx="0" cy="304800"/>
          </a:xfrm>
          <a:prstGeom prst="line">
            <a:avLst/>
          </a:prstGeom>
          <a:ln w="28575" cap="flat" cmpd="sng">
            <a:solidFill>
              <a:schemeClr val="folHlink"/>
            </a:solidFill>
            <a:prstDash val="solid"/>
            <a:round/>
            <a:headEnd type="none" w="med" len="med"/>
            <a:tailEnd type="stealth" w="med" len="med"/>
          </a:ln>
        </p:spPr>
      </p:sp>
      <p:sp>
        <p:nvSpPr>
          <p:cNvPr id="686125" name="直接连接符 686124"/>
          <p:cNvSpPr/>
          <p:nvPr/>
        </p:nvSpPr>
        <p:spPr>
          <a:xfrm flipV="1">
            <a:off x="4267200" y="3733800"/>
            <a:ext cx="0" cy="152400"/>
          </a:xfrm>
          <a:prstGeom prst="line">
            <a:avLst/>
          </a:prstGeom>
          <a:ln w="28575" cap="flat" cmpd="sng">
            <a:solidFill>
              <a:schemeClr val="folHlink"/>
            </a:solidFill>
            <a:prstDash val="solid"/>
            <a:round/>
            <a:headEnd type="none" w="med" len="med"/>
            <a:tailEnd type="none" w="med" len="med"/>
          </a:ln>
        </p:spPr>
      </p:sp>
      <p:grpSp>
        <p:nvGrpSpPr>
          <p:cNvPr id="686126" name="组合 686125"/>
          <p:cNvGrpSpPr/>
          <p:nvPr/>
        </p:nvGrpSpPr>
        <p:grpSpPr>
          <a:xfrm>
            <a:off x="3706813" y="4114800"/>
            <a:ext cx="152400" cy="1600200"/>
            <a:chOff x="2352" y="2592"/>
            <a:chExt cx="96" cy="1008"/>
          </a:xfrm>
        </p:grpSpPr>
        <p:sp>
          <p:nvSpPr>
            <p:cNvPr id="43054" name="直接连接符 686126"/>
            <p:cNvSpPr/>
            <p:nvPr/>
          </p:nvSpPr>
          <p:spPr>
            <a:xfrm>
              <a:off x="2352" y="2592"/>
              <a:ext cx="96" cy="0"/>
            </a:xfrm>
            <a:prstGeom prst="line">
              <a:avLst/>
            </a:prstGeom>
            <a:ln w="28575" cap="flat" cmpd="sng">
              <a:solidFill>
                <a:schemeClr val="folHlink"/>
              </a:solidFill>
              <a:prstDash val="solid"/>
              <a:round/>
              <a:headEnd type="none" w="med" len="med"/>
              <a:tailEnd type="stealth" w="med" len="med"/>
            </a:ln>
          </p:spPr>
        </p:sp>
        <p:sp>
          <p:nvSpPr>
            <p:cNvPr id="43055" name="直接连接符 686127"/>
            <p:cNvSpPr/>
            <p:nvPr/>
          </p:nvSpPr>
          <p:spPr>
            <a:xfrm flipV="1">
              <a:off x="2352" y="2592"/>
              <a:ext cx="0" cy="1008"/>
            </a:xfrm>
            <a:prstGeom prst="line">
              <a:avLst/>
            </a:prstGeom>
            <a:ln w="28575" cap="flat" cmpd="sng">
              <a:solidFill>
                <a:schemeClr val="folHlink"/>
              </a:solidFill>
              <a:prstDash val="solid"/>
              <a:round/>
              <a:headEnd type="none" w="med" len="med"/>
              <a:tailEnd type="none" w="med" len="med"/>
            </a:ln>
          </p:spPr>
        </p:sp>
      </p:grpSp>
      <p:grpSp>
        <p:nvGrpSpPr>
          <p:cNvPr id="686129" name="组合 686128"/>
          <p:cNvGrpSpPr/>
          <p:nvPr/>
        </p:nvGrpSpPr>
        <p:grpSpPr>
          <a:xfrm>
            <a:off x="463550" y="1905000"/>
            <a:ext cx="8459788" cy="4495800"/>
            <a:chOff x="292" y="1200"/>
            <a:chExt cx="5329" cy="2832"/>
          </a:xfrm>
        </p:grpSpPr>
        <p:sp>
          <p:nvSpPr>
            <p:cNvPr id="43057" name="矩形 686129"/>
            <p:cNvSpPr/>
            <p:nvPr/>
          </p:nvSpPr>
          <p:spPr>
            <a:xfrm>
              <a:off x="1876" y="2246"/>
              <a:ext cx="572" cy="230"/>
            </a:xfrm>
            <a:prstGeom prst="rect">
              <a:avLst/>
            </a:prstGeom>
            <a:noFill/>
            <a:ln w="9525">
              <a:noFill/>
            </a:ln>
          </p:spPr>
          <p:txBody>
            <a:bodyPr lIns="0" tIns="0" rIns="0" bIns="0" anchor="t" anchorCtr="0">
              <a:spAutoFit/>
            </a:bodyPr>
            <a:lstStyle/>
            <a:p>
              <a:pPr>
                <a:spcBef>
                  <a:spcPct val="20000"/>
                </a:spcBef>
              </a:pPr>
              <a:r>
                <a:rPr lang="en-US" altLang="zh-CN" b="1">
                  <a:latin typeface="Times New Roman" panose="02020603050405020304" pitchFamily="18" charset="0"/>
                  <a:ea typeface="宋体" panose="02010600030101010101" pitchFamily="2" charset="-122"/>
                </a:rPr>
                <a:t>CU</a:t>
              </a:r>
              <a:endParaRPr lang="en-US" altLang="zh-CN" b="1">
                <a:latin typeface="宋体" panose="02010600030101010101" pitchFamily="2" charset="-122"/>
                <a:ea typeface="宋体" panose="02010600030101010101" pitchFamily="2" charset="-122"/>
              </a:endParaRPr>
            </a:p>
          </p:txBody>
        </p:sp>
        <p:sp>
          <p:nvSpPr>
            <p:cNvPr id="43058" name="矩形 686130"/>
            <p:cNvSpPr/>
            <p:nvPr/>
          </p:nvSpPr>
          <p:spPr>
            <a:xfrm>
              <a:off x="1818" y="2636"/>
              <a:ext cx="592" cy="230"/>
            </a:xfrm>
            <a:prstGeom prst="rect">
              <a:avLst/>
            </a:prstGeom>
            <a:noFill/>
            <a:ln w="9525">
              <a:noFill/>
            </a:ln>
          </p:spPr>
          <p:txBody>
            <a:bodyPr lIns="0" tIns="0" rIns="0" bIns="0" anchor="t" anchorCtr="0">
              <a:spAutoFit/>
            </a:bodyPr>
            <a:lstStyle/>
            <a:p>
              <a:pPr>
                <a:spcBef>
                  <a:spcPct val="20000"/>
                </a:spcBef>
              </a:pPr>
              <a:r>
                <a:rPr lang="zh-CN" altLang="en-US" b="1" dirty="0">
                  <a:latin typeface="宋体" panose="02010600030101010101" pitchFamily="2" charset="-122"/>
                  <a:ea typeface="宋体" panose="02010600030101010101" pitchFamily="2" charset="-122"/>
                </a:rPr>
                <a:t>控制</a:t>
              </a:r>
            </a:p>
          </p:txBody>
        </p:sp>
        <p:sp>
          <p:nvSpPr>
            <p:cNvPr id="43059" name="矩形 686131"/>
            <p:cNvSpPr/>
            <p:nvPr/>
          </p:nvSpPr>
          <p:spPr>
            <a:xfrm>
              <a:off x="1818" y="3045"/>
              <a:ext cx="521" cy="230"/>
            </a:xfrm>
            <a:prstGeom prst="rect">
              <a:avLst/>
            </a:prstGeom>
            <a:noFill/>
            <a:ln w="9525">
              <a:noFill/>
            </a:ln>
          </p:spPr>
          <p:txBody>
            <a:bodyPr lIns="0" tIns="0" rIns="0" bIns="0" anchor="t" anchorCtr="0">
              <a:spAutoFit/>
            </a:bodyPr>
            <a:lstStyle/>
            <a:p>
              <a:pPr>
                <a:spcBef>
                  <a:spcPct val="20000"/>
                </a:spcBef>
              </a:pPr>
              <a:r>
                <a:rPr lang="zh-CN" altLang="en-US" b="1" dirty="0">
                  <a:latin typeface="宋体" panose="02010600030101010101" pitchFamily="2" charset="-122"/>
                  <a:ea typeface="宋体" panose="02010600030101010101" pitchFamily="2" charset="-122"/>
                </a:rPr>
                <a:t>单元</a:t>
              </a:r>
            </a:p>
          </p:txBody>
        </p:sp>
        <p:grpSp>
          <p:nvGrpSpPr>
            <p:cNvPr id="43060" name="组合 686132"/>
            <p:cNvGrpSpPr/>
            <p:nvPr/>
          </p:nvGrpSpPr>
          <p:grpSpPr>
            <a:xfrm>
              <a:off x="292" y="1200"/>
              <a:ext cx="5329" cy="2832"/>
              <a:chOff x="292" y="1200"/>
              <a:chExt cx="5329" cy="2832"/>
            </a:xfrm>
          </p:grpSpPr>
          <p:grpSp>
            <p:nvGrpSpPr>
              <p:cNvPr id="43061" name="组合 686133"/>
              <p:cNvGrpSpPr/>
              <p:nvPr/>
            </p:nvGrpSpPr>
            <p:grpSpPr>
              <a:xfrm>
                <a:off x="3456" y="1200"/>
                <a:ext cx="1584" cy="2832"/>
                <a:chOff x="3456" y="1200"/>
                <a:chExt cx="1584" cy="2832"/>
              </a:xfrm>
            </p:grpSpPr>
            <p:sp>
              <p:nvSpPr>
                <p:cNvPr id="43062" name="矩形 686134"/>
                <p:cNvSpPr/>
                <p:nvPr/>
              </p:nvSpPr>
              <p:spPr>
                <a:xfrm>
                  <a:off x="3456" y="1200"/>
                  <a:ext cx="1584" cy="2832"/>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43063" name="组合 686135"/>
                <p:cNvGrpSpPr/>
                <p:nvPr/>
              </p:nvGrpSpPr>
              <p:grpSpPr>
                <a:xfrm>
                  <a:off x="3648" y="3667"/>
                  <a:ext cx="1216" cy="365"/>
                  <a:chOff x="3648" y="3667"/>
                  <a:chExt cx="1216" cy="365"/>
                </a:xfrm>
              </p:grpSpPr>
              <p:sp>
                <p:nvSpPr>
                  <p:cNvPr id="43064" name="矩形 686136"/>
                  <p:cNvSpPr/>
                  <p:nvPr/>
                </p:nvSpPr>
                <p:spPr>
                  <a:xfrm>
                    <a:off x="3648" y="3667"/>
                    <a:ext cx="1200" cy="365"/>
                  </a:xfrm>
                  <a:prstGeom prst="rect">
                    <a:avLst/>
                  </a:prstGeom>
                  <a:noFill/>
                  <a:ln w="1587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065" name="矩形 686137"/>
                  <p:cNvSpPr/>
                  <p:nvPr/>
                </p:nvSpPr>
                <p:spPr>
                  <a:xfrm>
                    <a:off x="3797" y="3686"/>
                    <a:ext cx="1067" cy="269"/>
                  </a:xfrm>
                  <a:prstGeom prst="rect">
                    <a:avLst/>
                  </a:prstGeom>
                  <a:noFill/>
                  <a:ln w="9525">
                    <a:noFill/>
                  </a:ln>
                </p:spPr>
                <p:txBody>
                  <a:bodyPr lIns="0" tIns="0" rIns="0" bIns="0"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主存储器</a:t>
                    </a:r>
                  </a:p>
                </p:txBody>
              </p:sp>
            </p:grpSp>
            <p:grpSp>
              <p:nvGrpSpPr>
                <p:cNvPr id="43066" name="组合 686138"/>
                <p:cNvGrpSpPr/>
                <p:nvPr/>
              </p:nvGrpSpPr>
              <p:grpSpPr>
                <a:xfrm>
                  <a:off x="3552" y="2832"/>
                  <a:ext cx="1376" cy="576"/>
                  <a:chOff x="3552" y="2832"/>
                  <a:chExt cx="1376" cy="576"/>
                </a:xfrm>
              </p:grpSpPr>
              <p:sp>
                <p:nvSpPr>
                  <p:cNvPr id="43067" name="矩形 686139"/>
                  <p:cNvSpPr/>
                  <p:nvPr/>
                </p:nvSpPr>
                <p:spPr>
                  <a:xfrm>
                    <a:off x="4266" y="2832"/>
                    <a:ext cx="630" cy="576"/>
                  </a:xfrm>
                  <a:prstGeom prst="rect">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068" name="矩形 686140"/>
                  <p:cNvSpPr/>
                  <p:nvPr/>
                </p:nvSpPr>
                <p:spPr>
                  <a:xfrm>
                    <a:off x="4354" y="2985"/>
                    <a:ext cx="574" cy="230"/>
                  </a:xfrm>
                  <a:prstGeom prst="rect">
                    <a:avLst/>
                  </a:prstGeom>
                  <a:noFill/>
                  <a:ln w="28575">
                    <a:noFill/>
                  </a:ln>
                </p:spPr>
                <p:txBody>
                  <a:bodyPr lIns="0" tIns="0" rIns="0" bIns="0" anchor="t" anchorCtr="0">
                    <a:spAutoFit/>
                  </a:bodyPr>
                  <a:lstStyle/>
                  <a:p>
                    <a:pPr>
                      <a:spcBef>
                        <a:spcPct val="20000"/>
                      </a:spcBef>
                    </a:pPr>
                    <a:r>
                      <a:rPr lang="en-US" altLang="zh-CN" b="1">
                        <a:latin typeface="Times New Roman" panose="02020603050405020304" pitchFamily="18" charset="0"/>
                        <a:ea typeface="宋体" panose="02010600030101010101" pitchFamily="2" charset="-122"/>
                      </a:rPr>
                      <a:t>MDR</a:t>
                    </a:r>
                    <a:endParaRPr lang="en-US" altLang="zh-CN" b="1">
                      <a:latin typeface="宋体" panose="02010600030101010101" pitchFamily="2" charset="-122"/>
                      <a:ea typeface="宋体" panose="02010600030101010101" pitchFamily="2" charset="-122"/>
                    </a:endParaRPr>
                  </a:p>
                </p:txBody>
              </p:sp>
              <p:sp>
                <p:nvSpPr>
                  <p:cNvPr id="43069" name="矩形 686141"/>
                  <p:cNvSpPr/>
                  <p:nvPr/>
                </p:nvSpPr>
                <p:spPr>
                  <a:xfrm>
                    <a:off x="3552" y="2832"/>
                    <a:ext cx="624" cy="576"/>
                  </a:xfrm>
                  <a:prstGeom prst="rect">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070" name="矩形 686142"/>
                  <p:cNvSpPr/>
                  <p:nvPr/>
                </p:nvSpPr>
                <p:spPr>
                  <a:xfrm>
                    <a:off x="3631" y="2985"/>
                    <a:ext cx="628" cy="230"/>
                  </a:xfrm>
                  <a:prstGeom prst="rect">
                    <a:avLst/>
                  </a:prstGeom>
                  <a:noFill/>
                  <a:ln w="28575">
                    <a:noFill/>
                  </a:ln>
                </p:spPr>
                <p:txBody>
                  <a:bodyPr lIns="0" tIns="0" rIns="0" bIns="0" anchor="t" anchorCtr="0">
                    <a:spAutoFit/>
                  </a:bodyPr>
                  <a:lstStyle/>
                  <a:p>
                    <a:pPr>
                      <a:spcBef>
                        <a:spcPct val="20000"/>
                      </a:spcBef>
                    </a:pPr>
                    <a:r>
                      <a:rPr lang="en-US" altLang="zh-CN" b="1">
                        <a:latin typeface="Times New Roman" panose="02020603050405020304" pitchFamily="18" charset="0"/>
                        <a:ea typeface="宋体" panose="02010600030101010101" pitchFamily="2" charset="-122"/>
                      </a:rPr>
                      <a:t>MAR</a:t>
                    </a:r>
                    <a:endParaRPr lang="en-US" altLang="zh-CN" b="1">
                      <a:latin typeface="宋体" panose="02010600030101010101" pitchFamily="2" charset="-122"/>
                      <a:ea typeface="宋体" panose="02010600030101010101" pitchFamily="2" charset="-122"/>
                    </a:endParaRPr>
                  </a:p>
                </p:txBody>
              </p:sp>
            </p:grpSp>
            <p:grpSp>
              <p:nvGrpSpPr>
                <p:cNvPr id="43071" name="组合 686143"/>
                <p:cNvGrpSpPr/>
                <p:nvPr/>
              </p:nvGrpSpPr>
              <p:grpSpPr>
                <a:xfrm>
                  <a:off x="3552" y="1344"/>
                  <a:ext cx="1392" cy="912"/>
                  <a:chOff x="3552" y="1344"/>
                  <a:chExt cx="1392" cy="912"/>
                </a:xfrm>
              </p:grpSpPr>
              <p:sp>
                <p:nvSpPr>
                  <p:cNvPr id="43072" name="矩形 686144"/>
                  <p:cNvSpPr/>
                  <p:nvPr/>
                </p:nvSpPr>
                <p:spPr>
                  <a:xfrm>
                    <a:off x="3552" y="1344"/>
                    <a:ext cx="1392" cy="912"/>
                  </a:xfrm>
                  <a:prstGeom prst="rect">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073" name="文本框 686145"/>
                  <p:cNvSpPr txBox="1"/>
                  <p:nvPr/>
                </p:nvSpPr>
                <p:spPr>
                  <a:xfrm>
                    <a:off x="3772" y="1569"/>
                    <a:ext cx="980" cy="404"/>
                  </a:xfrm>
                  <a:prstGeom prst="rect">
                    <a:avLst/>
                  </a:prstGeom>
                  <a:noFill/>
                  <a:ln w="9525">
                    <a:noFill/>
                  </a:ln>
                </p:spPr>
                <p:txBody>
                  <a:bodyPr wrap="none" anchor="t" anchorCtr="0">
                    <a:spAutoFit/>
                  </a:bodyPr>
                  <a:lstStyle/>
                  <a:p>
                    <a:pPr algn="ctr">
                      <a:spcBef>
                        <a:spcPct val="20000"/>
                      </a:spcBef>
                    </a:pPr>
                    <a:r>
                      <a:rPr lang="zh-CN" altLang="en-US" sz="3600" b="1" dirty="0">
                        <a:latin typeface="宋体" panose="02010600030101010101" pitchFamily="2" charset="-122"/>
                        <a:ea typeface="宋体" panose="02010600030101010101" pitchFamily="2" charset="-122"/>
                      </a:rPr>
                      <a:t>存储体</a:t>
                    </a:r>
                  </a:p>
                </p:txBody>
              </p:sp>
            </p:grpSp>
          </p:grpSp>
          <p:grpSp>
            <p:nvGrpSpPr>
              <p:cNvPr id="43074" name="组合 686146"/>
              <p:cNvGrpSpPr/>
              <p:nvPr/>
            </p:nvGrpSpPr>
            <p:grpSpPr>
              <a:xfrm>
                <a:off x="292" y="1200"/>
                <a:ext cx="2876" cy="2830"/>
                <a:chOff x="292" y="1200"/>
                <a:chExt cx="2876" cy="2830"/>
              </a:xfrm>
            </p:grpSpPr>
            <p:sp>
              <p:nvSpPr>
                <p:cNvPr id="43075" name="矩形 686147"/>
                <p:cNvSpPr/>
                <p:nvPr/>
              </p:nvSpPr>
              <p:spPr>
                <a:xfrm>
                  <a:off x="292" y="1200"/>
                  <a:ext cx="2828" cy="2830"/>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076" name="矩形 686148"/>
                <p:cNvSpPr/>
                <p:nvPr/>
              </p:nvSpPr>
              <p:spPr>
                <a:xfrm>
                  <a:off x="1360" y="1248"/>
                  <a:ext cx="526" cy="307"/>
                </a:xfrm>
                <a:prstGeom prst="rect">
                  <a:avLst/>
                </a:prstGeom>
                <a:noFill/>
                <a:ln w="9525">
                  <a:noFill/>
                </a:ln>
              </p:spPr>
              <p:txBody>
                <a:bodyPr wrap="none" lIns="0" tIns="0" rIns="0" bIns="0" anchor="t" anchorCtr="0">
                  <a:spAutoFit/>
                </a:bodyPr>
                <a:lstStyle/>
                <a:p>
                  <a:pPr algn="ctr">
                    <a:spcBef>
                      <a:spcPct val="20000"/>
                    </a:spcBef>
                  </a:pPr>
                  <a:r>
                    <a:rPr lang="en-US" altLang="zh-CN" sz="3200" b="1">
                      <a:latin typeface="Times New Roman" panose="02020603050405020304" pitchFamily="18" charset="0"/>
                      <a:ea typeface="宋体" panose="02010600030101010101" pitchFamily="2" charset="-122"/>
                    </a:rPr>
                    <a:t>CPU</a:t>
                  </a:r>
                  <a:endParaRPr lang="en-US" altLang="zh-CN" sz="3200" b="1">
                    <a:latin typeface="宋体" panose="02010600030101010101" pitchFamily="2" charset="-122"/>
                    <a:ea typeface="宋体" panose="02010600030101010101" pitchFamily="2" charset="-122"/>
                  </a:endParaRPr>
                </a:p>
              </p:txBody>
            </p:sp>
            <p:grpSp>
              <p:nvGrpSpPr>
                <p:cNvPr id="43077" name="组合 686149"/>
                <p:cNvGrpSpPr/>
                <p:nvPr/>
              </p:nvGrpSpPr>
              <p:grpSpPr>
                <a:xfrm>
                  <a:off x="1680" y="1584"/>
                  <a:ext cx="1488" cy="2352"/>
                  <a:chOff x="1680" y="1584"/>
                  <a:chExt cx="1488" cy="2352"/>
                </a:xfrm>
              </p:grpSpPr>
              <p:grpSp>
                <p:nvGrpSpPr>
                  <p:cNvPr id="43078" name="组合 686150"/>
                  <p:cNvGrpSpPr/>
                  <p:nvPr/>
                </p:nvGrpSpPr>
                <p:grpSpPr>
                  <a:xfrm>
                    <a:off x="2427" y="2980"/>
                    <a:ext cx="741" cy="284"/>
                    <a:chOff x="2427" y="2980"/>
                    <a:chExt cx="741" cy="284"/>
                  </a:xfrm>
                </p:grpSpPr>
                <p:sp>
                  <p:nvSpPr>
                    <p:cNvPr id="43079" name="矩形 686151"/>
                    <p:cNvSpPr/>
                    <p:nvPr/>
                  </p:nvSpPr>
                  <p:spPr>
                    <a:xfrm>
                      <a:off x="2427" y="2980"/>
                      <a:ext cx="438" cy="284"/>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080" name="矩形 686152"/>
                    <p:cNvSpPr/>
                    <p:nvPr/>
                  </p:nvSpPr>
                  <p:spPr>
                    <a:xfrm>
                      <a:off x="2511" y="2980"/>
                      <a:ext cx="657" cy="269"/>
                    </a:xfrm>
                    <a:prstGeom prst="rect">
                      <a:avLst/>
                    </a:prstGeom>
                    <a:noFill/>
                    <a:ln w="9525">
                      <a:noFill/>
                    </a:ln>
                  </p:spPr>
                  <p:txBody>
                    <a:bodyPr lIns="0" tIns="0" rIns="0" bIns="0" anchor="t" anchorCtr="0">
                      <a:spAutoFit/>
                    </a:bodyPr>
                    <a:lstStyle/>
                    <a:p>
                      <a:pPr>
                        <a:spcBef>
                          <a:spcPct val="20000"/>
                        </a:spcBef>
                      </a:pPr>
                      <a:r>
                        <a:rPr lang="en-US" altLang="zh-CN" sz="2800" b="1">
                          <a:latin typeface="Times New Roman" panose="02020603050405020304" pitchFamily="18" charset="0"/>
                          <a:ea typeface="宋体" panose="02010600030101010101" pitchFamily="2" charset="-122"/>
                        </a:rPr>
                        <a:t>PC</a:t>
                      </a:r>
                      <a:endParaRPr lang="en-US" altLang="zh-CN" sz="2800" b="1">
                        <a:latin typeface="宋体" panose="02010600030101010101" pitchFamily="2" charset="-122"/>
                        <a:ea typeface="宋体" panose="02010600030101010101" pitchFamily="2" charset="-122"/>
                      </a:endParaRPr>
                    </a:p>
                  </p:txBody>
                </p:sp>
              </p:grpSp>
              <p:sp>
                <p:nvSpPr>
                  <p:cNvPr id="43081" name="矩形 686153"/>
                  <p:cNvSpPr/>
                  <p:nvPr/>
                </p:nvSpPr>
                <p:spPr>
                  <a:xfrm>
                    <a:off x="2064" y="3610"/>
                    <a:ext cx="816" cy="230"/>
                  </a:xfrm>
                  <a:prstGeom prst="rect">
                    <a:avLst/>
                  </a:prstGeom>
                  <a:noFill/>
                  <a:ln w="9525">
                    <a:noFill/>
                  </a:ln>
                </p:spPr>
                <p:txBody>
                  <a:bodyPr lIns="0" tIns="0" rIns="0" bIns="0" anchor="t" anchorCtr="0">
                    <a:spAutoFit/>
                  </a:bodyPr>
                  <a:lstStyle/>
                  <a:p>
                    <a:pPr>
                      <a:spcBef>
                        <a:spcPct val="20000"/>
                      </a:spcBef>
                    </a:pPr>
                    <a:r>
                      <a:rPr lang="zh-CN" altLang="en-US" b="1" dirty="0">
                        <a:latin typeface="宋体" panose="02010600030101010101" pitchFamily="2" charset="-122"/>
                        <a:ea typeface="宋体" panose="02010600030101010101" pitchFamily="2" charset="-122"/>
                      </a:rPr>
                      <a:t>控制器</a:t>
                    </a:r>
                  </a:p>
                </p:txBody>
              </p:sp>
              <p:sp>
                <p:nvSpPr>
                  <p:cNvPr id="43082" name="矩形 686154"/>
                  <p:cNvSpPr/>
                  <p:nvPr/>
                </p:nvSpPr>
                <p:spPr>
                  <a:xfrm>
                    <a:off x="1778" y="2160"/>
                    <a:ext cx="478" cy="1300"/>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43083" name="组合 686155"/>
                  <p:cNvGrpSpPr/>
                  <p:nvPr/>
                </p:nvGrpSpPr>
                <p:grpSpPr>
                  <a:xfrm>
                    <a:off x="2427" y="2453"/>
                    <a:ext cx="693" cy="283"/>
                    <a:chOff x="2427" y="2453"/>
                    <a:chExt cx="693" cy="283"/>
                  </a:xfrm>
                </p:grpSpPr>
                <p:sp>
                  <p:nvSpPr>
                    <p:cNvPr id="43084" name="矩形 686156"/>
                    <p:cNvSpPr/>
                    <p:nvPr/>
                  </p:nvSpPr>
                  <p:spPr>
                    <a:xfrm>
                      <a:off x="2427" y="2453"/>
                      <a:ext cx="438" cy="283"/>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085" name="矩形 686157"/>
                    <p:cNvSpPr/>
                    <p:nvPr/>
                  </p:nvSpPr>
                  <p:spPr>
                    <a:xfrm>
                      <a:off x="2520" y="2453"/>
                      <a:ext cx="600" cy="269"/>
                    </a:xfrm>
                    <a:prstGeom prst="rect">
                      <a:avLst/>
                    </a:prstGeom>
                    <a:noFill/>
                    <a:ln w="9525">
                      <a:noFill/>
                    </a:ln>
                  </p:spPr>
                  <p:txBody>
                    <a:bodyPr lIns="0" tIns="0" rIns="0" bIns="0" anchor="t" anchorCtr="0">
                      <a:spAutoFit/>
                    </a:bodyPr>
                    <a:lstStyle/>
                    <a:p>
                      <a:pPr>
                        <a:spcBef>
                          <a:spcPct val="20000"/>
                        </a:spcBef>
                      </a:pPr>
                      <a:r>
                        <a:rPr lang="en-US" altLang="zh-CN" sz="2800" b="1">
                          <a:latin typeface="Times New Roman" panose="02020603050405020304" pitchFamily="18" charset="0"/>
                          <a:ea typeface="宋体" panose="02010600030101010101" pitchFamily="2" charset="-122"/>
                        </a:rPr>
                        <a:t>IR</a:t>
                      </a:r>
                      <a:endParaRPr lang="en-US" altLang="zh-CN" sz="2800" b="1">
                        <a:latin typeface="宋体" panose="02010600030101010101" pitchFamily="2" charset="-122"/>
                        <a:ea typeface="宋体" panose="02010600030101010101" pitchFamily="2" charset="-122"/>
                      </a:endParaRPr>
                    </a:p>
                  </p:txBody>
                </p:sp>
              </p:grpSp>
              <p:sp>
                <p:nvSpPr>
                  <p:cNvPr id="43086" name="矩形 686158"/>
                  <p:cNvSpPr/>
                  <p:nvPr/>
                </p:nvSpPr>
                <p:spPr>
                  <a:xfrm>
                    <a:off x="1680" y="1584"/>
                    <a:ext cx="1296" cy="2352"/>
                  </a:xfrm>
                  <a:prstGeom prst="rect">
                    <a:avLst/>
                  </a:prstGeom>
                  <a:noFill/>
                  <a:ln w="28575" cap="flat" cmpd="sng">
                    <a:solidFill>
                      <a:schemeClr val="folHlink"/>
                    </a:solidFill>
                    <a:prstDash val="lgDash"/>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087" name="直接连接符 686159"/>
                  <p:cNvSpPr/>
                  <p:nvPr/>
                </p:nvSpPr>
                <p:spPr>
                  <a:xfrm flipV="1">
                    <a:off x="1848" y="1584"/>
                    <a:ext cx="0" cy="576"/>
                  </a:xfrm>
                  <a:prstGeom prst="line">
                    <a:avLst/>
                  </a:prstGeom>
                  <a:ln w="28575" cap="flat" cmpd="sng">
                    <a:solidFill>
                      <a:schemeClr val="folHlink"/>
                    </a:solidFill>
                    <a:prstDash val="solid"/>
                    <a:round/>
                    <a:headEnd type="none" w="med" len="med"/>
                    <a:tailEnd type="stealth" w="med" len="med"/>
                  </a:ln>
                </p:spPr>
              </p:sp>
              <p:sp>
                <p:nvSpPr>
                  <p:cNvPr id="43088" name="直接连接符 686160"/>
                  <p:cNvSpPr/>
                  <p:nvPr/>
                </p:nvSpPr>
                <p:spPr>
                  <a:xfrm flipV="1">
                    <a:off x="2064" y="1584"/>
                    <a:ext cx="0" cy="576"/>
                  </a:xfrm>
                  <a:prstGeom prst="line">
                    <a:avLst/>
                  </a:prstGeom>
                  <a:ln w="28575" cap="flat" cmpd="sng">
                    <a:solidFill>
                      <a:schemeClr val="folHlink"/>
                    </a:solidFill>
                    <a:prstDash val="solid"/>
                    <a:round/>
                    <a:headEnd type="none" w="med" len="med"/>
                    <a:tailEnd type="stealth" w="med" len="med"/>
                  </a:ln>
                </p:spPr>
              </p:sp>
              <p:sp>
                <p:nvSpPr>
                  <p:cNvPr id="43089" name="文本框 686161"/>
                  <p:cNvSpPr txBox="1"/>
                  <p:nvPr/>
                </p:nvSpPr>
                <p:spPr>
                  <a:xfrm>
                    <a:off x="1814" y="1754"/>
                    <a:ext cx="308" cy="288"/>
                  </a:xfrm>
                  <a:prstGeom prst="rect">
                    <a:avLst/>
                  </a:prstGeom>
                  <a:noFill/>
                  <a:ln w="9525">
                    <a:noFill/>
                  </a:ln>
                </p:spPr>
                <p:txBody>
                  <a:bodyPr wrap="none" anchor="t" anchorCtr="0">
                    <a:spAutoFit/>
                  </a:bodyPr>
                  <a:lstStyle/>
                  <a:p>
                    <a:pPr>
                      <a:spcBef>
                        <a:spcPct val="20000"/>
                      </a:spcBef>
                    </a:pPr>
                    <a:r>
                      <a:rPr lang="en-US" altLang="zh-CN" b="1">
                        <a:solidFill>
                          <a:schemeClr val="folHlink"/>
                        </a:solidFill>
                        <a:latin typeface="Times New Roman" panose="02020603050405020304" pitchFamily="18" charset="0"/>
                        <a:ea typeface="宋体" panose="02010600030101010101" pitchFamily="2" charset="-122"/>
                      </a:rPr>
                      <a:t>…</a:t>
                    </a:r>
                    <a:endParaRPr lang="en-US" altLang="zh-CN" b="1">
                      <a:solidFill>
                        <a:schemeClr val="folHlink"/>
                      </a:solidFill>
                      <a:latin typeface="宋体" panose="02010600030101010101" pitchFamily="2" charset="-122"/>
                      <a:ea typeface="宋体" panose="02010600030101010101" pitchFamily="2" charset="-122"/>
                    </a:endParaRPr>
                  </a:p>
                </p:txBody>
              </p:sp>
            </p:grpSp>
            <p:grpSp>
              <p:nvGrpSpPr>
                <p:cNvPr id="43090" name="组合 686162"/>
                <p:cNvGrpSpPr/>
                <p:nvPr/>
              </p:nvGrpSpPr>
              <p:grpSpPr>
                <a:xfrm>
                  <a:off x="384" y="1584"/>
                  <a:ext cx="1209" cy="2352"/>
                  <a:chOff x="384" y="1584"/>
                  <a:chExt cx="1209" cy="2352"/>
                </a:xfrm>
              </p:grpSpPr>
              <p:sp>
                <p:nvSpPr>
                  <p:cNvPr id="43091" name="矩形 686163"/>
                  <p:cNvSpPr/>
                  <p:nvPr/>
                </p:nvSpPr>
                <p:spPr>
                  <a:xfrm>
                    <a:off x="779" y="3486"/>
                    <a:ext cx="495" cy="375"/>
                  </a:xfrm>
                  <a:prstGeom prst="rect">
                    <a:avLst/>
                  </a:prstGeom>
                  <a:noFill/>
                  <a:ln w="1587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092" name="矩形 686164"/>
                  <p:cNvSpPr/>
                  <p:nvPr/>
                </p:nvSpPr>
                <p:spPr>
                  <a:xfrm>
                    <a:off x="698" y="3601"/>
                    <a:ext cx="785" cy="230"/>
                  </a:xfrm>
                  <a:prstGeom prst="rect">
                    <a:avLst/>
                  </a:prstGeom>
                  <a:noFill/>
                  <a:ln w="9525">
                    <a:noFill/>
                  </a:ln>
                </p:spPr>
                <p:txBody>
                  <a:bodyPr lIns="0" tIns="0" rIns="0" bIns="0" anchor="t" anchorCtr="0">
                    <a:spAutoFit/>
                  </a:bodyPr>
                  <a:lstStyle/>
                  <a:p>
                    <a:pPr>
                      <a:spcBef>
                        <a:spcPct val="20000"/>
                      </a:spcBef>
                    </a:pPr>
                    <a:r>
                      <a:rPr lang="zh-CN" altLang="en-US" b="1" dirty="0">
                        <a:latin typeface="宋体" panose="02010600030101010101" pitchFamily="2" charset="-122"/>
                        <a:ea typeface="宋体" panose="02010600030101010101" pitchFamily="2" charset="-122"/>
                      </a:rPr>
                      <a:t>运算器</a:t>
                    </a:r>
                  </a:p>
                </p:txBody>
              </p:sp>
              <p:sp>
                <p:nvSpPr>
                  <p:cNvPr id="43093" name="矩形 686165"/>
                  <p:cNvSpPr/>
                  <p:nvPr/>
                </p:nvSpPr>
                <p:spPr>
                  <a:xfrm>
                    <a:off x="1117" y="1988"/>
                    <a:ext cx="374" cy="282"/>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094" name="矩形 686166"/>
                  <p:cNvSpPr/>
                  <p:nvPr/>
                </p:nvSpPr>
                <p:spPr>
                  <a:xfrm>
                    <a:off x="1178" y="2038"/>
                    <a:ext cx="415" cy="173"/>
                  </a:xfrm>
                  <a:prstGeom prst="rect">
                    <a:avLst/>
                  </a:prstGeom>
                  <a:noFill/>
                  <a:ln w="9525">
                    <a:noFill/>
                  </a:ln>
                </p:spPr>
                <p:txBody>
                  <a:bodyPr lIns="0" tIns="0" rIns="0" bIns="0" anchor="t" anchorCtr="0">
                    <a:spAutoFit/>
                  </a:bodyPr>
                  <a:lstStyle/>
                  <a:p>
                    <a:pPr>
                      <a:spcBef>
                        <a:spcPct val="20000"/>
                      </a:spcBef>
                    </a:pPr>
                    <a:r>
                      <a:rPr lang="en-US" altLang="zh-CN" sz="1800" b="1">
                        <a:latin typeface="Times New Roman" panose="02020603050405020304" pitchFamily="18" charset="0"/>
                        <a:ea typeface="宋体" panose="02010600030101010101" pitchFamily="2" charset="-122"/>
                      </a:rPr>
                      <a:t>MQ</a:t>
                    </a:r>
                    <a:endParaRPr lang="en-US" altLang="zh-CN" sz="4000" b="1">
                      <a:latin typeface="宋体" panose="02010600030101010101" pitchFamily="2" charset="-122"/>
                      <a:ea typeface="宋体" panose="02010600030101010101" pitchFamily="2" charset="-122"/>
                    </a:endParaRPr>
                  </a:p>
                </p:txBody>
              </p:sp>
              <p:sp>
                <p:nvSpPr>
                  <p:cNvPr id="43095" name="任意多边形 686167"/>
                  <p:cNvSpPr/>
                  <p:nvPr/>
                </p:nvSpPr>
                <p:spPr>
                  <a:xfrm>
                    <a:off x="772" y="2272"/>
                    <a:ext cx="94" cy="317"/>
                  </a:xfrm>
                  <a:custGeom>
                    <a:avLst/>
                    <a:gdLst/>
                    <a:ahLst/>
                    <a:cxnLst/>
                    <a:rect l="0" t="0" r="0" b="0"/>
                    <a:pathLst>
                      <a:path w="120" h="315">
                        <a:moveTo>
                          <a:pt x="0" y="80"/>
                        </a:moveTo>
                        <a:lnTo>
                          <a:pt x="30" y="80"/>
                        </a:lnTo>
                        <a:lnTo>
                          <a:pt x="30" y="315"/>
                        </a:lnTo>
                        <a:lnTo>
                          <a:pt x="89" y="315"/>
                        </a:lnTo>
                        <a:lnTo>
                          <a:pt x="89" y="80"/>
                        </a:lnTo>
                        <a:lnTo>
                          <a:pt x="120" y="80"/>
                        </a:lnTo>
                        <a:lnTo>
                          <a:pt x="59" y="0"/>
                        </a:lnTo>
                        <a:lnTo>
                          <a:pt x="0" y="80"/>
                        </a:lnTo>
                        <a:close/>
                      </a:path>
                    </a:pathLst>
                  </a:custGeom>
                  <a:noFill/>
                  <a:ln w="15875" cap="flat" cmpd="sng">
                    <a:solidFill>
                      <a:schemeClr val="folHlink"/>
                    </a:solidFill>
                    <a:prstDash val="solid"/>
                    <a:round/>
                    <a:headEnd type="none" w="med" len="med"/>
                    <a:tailEnd type="none" w="med" len="med"/>
                  </a:ln>
                </p:spPr>
                <p:txBody>
                  <a:bodyPr/>
                  <a:lstStyle/>
                  <a:p>
                    <a:endParaRPr lang="zh-CN" altLang="en-US"/>
                  </a:p>
                </p:txBody>
              </p:sp>
              <p:sp>
                <p:nvSpPr>
                  <p:cNvPr id="43096" name="矩形 686168"/>
                  <p:cNvSpPr/>
                  <p:nvPr/>
                </p:nvSpPr>
                <p:spPr>
                  <a:xfrm>
                    <a:off x="542" y="1988"/>
                    <a:ext cx="373" cy="282"/>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097" name="矩形 686169"/>
                  <p:cNvSpPr/>
                  <p:nvPr/>
                </p:nvSpPr>
                <p:spPr>
                  <a:xfrm>
                    <a:off x="578" y="2039"/>
                    <a:ext cx="536" cy="173"/>
                  </a:xfrm>
                  <a:prstGeom prst="rect">
                    <a:avLst/>
                  </a:prstGeom>
                  <a:noFill/>
                  <a:ln w="9525">
                    <a:noFill/>
                  </a:ln>
                </p:spPr>
                <p:txBody>
                  <a:bodyPr lIns="0" tIns="0" rIns="0" bIns="0" anchor="t" anchorCtr="0">
                    <a:spAutoFit/>
                  </a:bodyPr>
                  <a:lstStyle/>
                  <a:p>
                    <a:pPr>
                      <a:spcBef>
                        <a:spcPct val="20000"/>
                      </a:spcBef>
                    </a:pPr>
                    <a:r>
                      <a:rPr lang="en-US" altLang="zh-CN" sz="1800" b="1">
                        <a:latin typeface="Times New Roman" panose="02020603050405020304" pitchFamily="18" charset="0"/>
                        <a:ea typeface="宋体" panose="02010600030101010101" pitchFamily="2" charset="-122"/>
                      </a:rPr>
                      <a:t>ACC</a:t>
                    </a:r>
                    <a:endParaRPr lang="en-US" altLang="zh-CN" sz="4000" b="1">
                      <a:latin typeface="宋体" panose="02010600030101010101" pitchFamily="2" charset="-122"/>
                      <a:ea typeface="宋体" panose="02010600030101010101" pitchFamily="2" charset="-122"/>
                    </a:endParaRPr>
                  </a:p>
                </p:txBody>
              </p:sp>
              <p:sp>
                <p:nvSpPr>
                  <p:cNvPr id="43098" name="矩形 686170"/>
                  <p:cNvSpPr/>
                  <p:nvPr/>
                </p:nvSpPr>
                <p:spPr>
                  <a:xfrm>
                    <a:off x="542" y="2591"/>
                    <a:ext cx="373" cy="281"/>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099" name="矩形 686171"/>
                  <p:cNvSpPr/>
                  <p:nvPr/>
                </p:nvSpPr>
                <p:spPr>
                  <a:xfrm>
                    <a:off x="575" y="2641"/>
                    <a:ext cx="304" cy="173"/>
                  </a:xfrm>
                  <a:prstGeom prst="rect">
                    <a:avLst/>
                  </a:prstGeom>
                  <a:noFill/>
                  <a:ln w="9525">
                    <a:noFill/>
                  </a:ln>
                </p:spPr>
                <p:txBody>
                  <a:bodyPr wrap="none" lIns="0" tIns="0" rIns="0" bIns="0" anchor="t" anchorCtr="0">
                    <a:spAutoFit/>
                  </a:bodyPr>
                  <a:lstStyle/>
                  <a:p>
                    <a:pPr algn="ctr">
                      <a:spcBef>
                        <a:spcPct val="20000"/>
                      </a:spcBef>
                    </a:pPr>
                    <a:r>
                      <a:rPr lang="en-US" altLang="zh-CN" sz="1800" b="1">
                        <a:latin typeface="Times New Roman" panose="02020603050405020304" pitchFamily="18" charset="0"/>
                        <a:ea typeface="宋体" panose="02010600030101010101" pitchFamily="2" charset="-122"/>
                      </a:rPr>
                      <a:t>ALU</a:t>
                    </a:r>
                    <a:endParaRPr lang="en-US" altLang="zh-CN" sz="4000" b="1">
                      <a:latin typeface="宋体" panose="02010600030101010101" pitchFamily="2" charset="-122"/>
                      <a:ea typeface="宋体" panose="02010600030101010101" pitchFamily="2" charset="-122"/>
                    </a:endParaRPr>
                  </a:p>
                </p:txBody>
              </p:sp>
              <p:sp>
                <p:nvSpPr>
                  <p:cNvPr id="43100" name="矩形 686172"/>
                  <p:cNvSpPr/>
                  <p:nvPr/>
                </p:nvSpPr>
                <p:spPr>
                  <a:xfrm>
                    <a:off x="539" y="3198"/>
                    <a:ext cx="373" cy="281"/>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101" name="矩形 686173"/>
                  <p:cNvSpPr/>
                  <p:nvPr/>
                </p:nvSpPr>
                <p:spPr>
                  <a:xfrm>
                    <a:off x="680" y="3246"/>
                    <a:ext cx="268" cy="174"/>
                  </a:xfrm>
                  <a:prstGeom prst="rect">
                    <a:avLst/>
                  </a:prstGeom>
                  <a:noFill/>
                  <a:ln w="9525">
                    <a:noFill/>
                  </a:ln>
                </p:spPr>
                <p:txBody>
                  <a:bodyPr lIns="0" tIns="0" rIns="0" bIns="0" anchor="t" anchorCtr="0">
                    <a:spAutoFit/>
                  </a:bodyPr>
                  <a:lstStyle/>
                  <a:p>
                    <a:pPr>
                      <a:spcBef>
                        <a:spcPct val="20000"/>
                      </a:spcBef>
                    </a:pPr>
                    <a:r>
                      <a:rPr lang="en-US" altLang="zh-CN" sz="1800" b="1">
                        <a:latin typeface="Times New Roman" panose="02020603050405020304" pitchFamily="18" charset="0"/>
                        <a:ea typeface="宋体" panose="02010600030101010101" pitchFamily="2" charset="-122"/>
                      </a:rPr>
                      <a:t>X</a:t>
                    </a:r>
                    <a:endParaRPr lang="en-US" altLang="zh-CN" sz="4000" b="1">
                      <a:latin typeface="宋体" panose="02010600030101010101" pitchFamily="2" charset="-122"/>
                      <a:ea typeface="宋体" panose="02010600030101010101" pitchFamily="2" charset="-122"/>
                    </a:endParaRPr>
                  </a:p>
                </p:txBody>
              </p:sp>
              <p:sp>
                <p:nvSpPr>
                  <p:cNvPr id="43102" name="任意多边形 686174"/>
                  <p:cNvSpPr/>
                  <p:nvPr/>
                </p:nvSpPr>
                <p:spPr>
                  <a:xfrm>
                    <a:off x="682" y="2880"/>
                    <a:ext cx="92" cy="316"/>
                  </a:xfrm>
                  <a:custGeom>
                    <a:avLst/>
                    <a:gdLst/>
                    <a:ahLst/>
                    <a:cxnLst/>
                    <a:rect l="0" t="0" r="0" b="0"/>
                    <a:pathLst>
                      <a:path w="119" h="313">
                        <a:moveTo>
                          <a:pt x="0" y="77"/>
                        </a:moveTo>
                        <a:lnTo>
                          <a:pt x="30" y="77"/>
                        </a:lnTo>
                        <a:lnTo>
                          <a:pt x="30" y="313"/>
                        </a:lnTo>
                        <a:lnTo>
                          <a:pt x="89" y="313"/>
                        </a:lnTo>
                        <a:lnTo>
                          <a:pt x="89" y="77"/>
                        </a:lnTo>
                        <a:lnTo>
                          <a:pt x="119" y="77"/>
                        </a:lnTo>
                        <a:lnTo>
                          <a:pt x="60" y="0"/>
                        </a:lnTo>
                        <a:lnTo>
                          <a:pt x="0" y="77"/>
                        </a:lnTo>
                        <a:close/>
                      </a:path>
                    </a:pathLst>
                  </a:custGeom>
                  <a:noFill/>
                  <a:ln w="15875" cap="flat" cmpd="sng">
                    <a:solidFill>
                      <a:schemeClr val="folHlink"/>
                    </a:solidFill>
                    <a:prstDash val="solid"/>
                    <a:round/>
                    <a:headEnd type="none" w="med" len="med"/>
                    <a:tailEnd type="none" w="med" len="med"/>
                  </a:ln>
                </p:spPr>
                <p:txBody>
                  <a:bodyPr/>
                  <a:lstStyle/>
                  <a:p>
                    <a:endParaRPr lang="zh-CN" altLang="en-US"/>
                  </a:p>
                </p:txBody>
              </p:sp>
              <p:sp>
                <p:nvSpPr>
                  <p:cNvPr id="43103" name="矩形 686175"/>
                  <p:cNvSpPr/>
                  <p:nvPr/>
                </p:nvSpPr>
                <p:spPr>
                  <a:xfrm>
                    <a:off x="384" y="1584"/>
                    <a:ext cx="1200" cy="2352"/>
                  </a:xfrm>
                  <a:prstGeom prst="rect">
                    <a:avLst/>
                  </a:prstGeom>
                  <a:noFill/>
                  <a:ln w="28575" cap="flat" cmpd="sng">
                    <a:solidFill>
                      <a:schemeClr val="folHlink"/>
                    </a:solidFill>
                    <a:prstDash val="lgDash"/>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104" name="任意多边形 686176"/>
                  <p:cNvSpPr/>
                  <p:nvPr/>
                </p:nvSpPr>
                <p:spPr>
                  <a:xfrm rot="10800000">
                    <a:off x="576" y="2275"/>
                    <a:ext cx="94" cy="317"/>
                  </a:xfrm>
                  <a:custGeom>
                    <a:avLst/>
                    <a:gdLst/>
                    <a:ahLst/>
                    <a:cxnLst/>
                    <a:rect l="0" t="0" r="0" b="0"/>
                    <a:pathLst>
                      <a:path w="120" h="315">
                        <a:moveTo>
                          <a:pt x="0" y="80"/>
                        </a:moveTo>
                        <a:lnTo>
                          <a:pt x="30" y="80"/>
                        </a:lnTo>
                        <a:lnTo>
                          <a:pt x="30" y="315"/>
                        </a:lnTo>
                        <a:lnTo>
                          <a:pt x="89" y="315"/>
                        </a:lnTo>
                        <a:lnTo>
                          <a:pt x="89" y="80"/>
                        </a:lnTo>
                        <a:lnTo>
                          <a:pt x="120" y="80"/>
                        </a:lnTo>
                        <a:lnTo>
                          <a:pt x="59" y="0"/>
                        </a:lnTo>
                        <a:lnTo>
                          <a:pt x="0" y="80"/>
                        </a:lnTo>
                        <a:close/>
                      </a:path>
                    </a:pathLst>
                  </a:custGeom>
                  <a:noFill/>
                  <a:ln w="15875" cap="flat" cmpd="sng">
                    <a:solidFill>
                      <a:schemeClr val="folHlink"/>
                    </a:solidFill>
                    <a:prstDash val="solid"/>
                    <a:round/>
                    <a:headEnd type="none" w="med" len="med"/>
                    <a:tailEnd type="none" w="med" len="med"/>
                  </a:ln>
                </p:spPr>
                <p:txBody>
                  <a:bodyPr/>
                  <a:lstStyle/>
                  <a:p>
                    <a:endParaRPr lang="zh-CN" altLang="en-US"/>
                  </a:p>
                </p:txBody>
              </p:sp>
              <p:sp>
                <p:nvSpPr>
                  <p:cNvPr id="43105" name="任意多边形 686177"/>
                  <p:cNvSpPr/>
                  <p:nvPr/>
                </p:nvSpPr>
                <p:spPr>
                  <a:xfrm>
                    <a:off x="915" y="2064"/>
                    <a:ext cx="200" cy="1"/>
                  </a:xfrm>
                  <a:custGeom>
                    <a:avLst/>
                    <a:gdLst/>
                    <a:ahLst/>
                    <a:cxnLst/>
                    <a:rect l="0" t="0" r="0" b="0"/>
                    <a:pathLst>
                      <a:path w="200" h="1">
                        <a:moveTo>
                          <a:pt x="0" y="0"/>
                        </a:moveTo>
                        <a:lnTo>
                          <a:pt x="200" y="0"/>
                        </a:lnTo>
                      </a:path>
                    </a:pathLst>
                  </a:custGeom>
                  <a:noFill/>
                  <a:ln w="28575" cap="flat" cmpd="sng">
                    <a:solidFill>
                      <a:schemeClr val="folHlink"/>
                    </a:solidFill>
                    <a:prstDash val="solid"/>
                    <a:round/>
                    <a:headEnd type="none" w="med" len="med"/>
                    <a:tailEnd type="stealth" w="med" len="med"/>
                  </a:ln>
                </p:spPr>
                <p:txBody>
                  <a:bodyPr/>
                  <a:lstStyle/>
                  <a:p>
                    <a:endParaRPr lang="zh-CN" altLang="en-US"/>
                  </a:p>
                </p:txBody>
              </p:sp>
              <p:sp>
                <p:nvSpPr>
                  <p:cNvPr id="43106" name="任意多边形 686178"/>
                  <p:cNvSpPr/>
                  <p:nvPr/>
                </p:nvSpPr>
                <p:spPr>
                  <a:xfrm>
                    <a:off x="915" y="2184"/>
                    <a:ext cx="203" cy="1"/>
                  </a:xfrm>
                  <a:custGeom>
                    <a:avLst/>
                    <a:gdLst/>
                    <a:ahLst/>
                    <a:cxnLst/>
                    <a:rect l="0" t="0" r="0" b="0"/>
                    <a:pathLst>
                      <a:path w="203" h="1">
                        <a:moveTo>
                          <a:pt x="203" y="0"/>
                        </a:moveTo>
                        <a:lnTo>
                          <a:pt x="0" y="0"/>
                        </a:lnTo>
                      </a:path>
                    </a:pathLst>
                  </a:custGeom>
                  <a:noFill/>
                  <a:ln w="28575" cap="flat" cmpd="sng">
                    <a:solidFill>
                      <a:schemeClr val="folHlink"/>
                    </a:solidFill>
                    <a:prstDash val="solid"/>
                    <a:round/>
                    <a:headEnd type="none" w="med" len="med"/>
                    <a:tailEnd type="stealth" w="med" len="med"/>
                  </a:ln>
                </p:spPr>
                <p:txBody>
                  <a:bodyPr/>
                  <a:lstStyle/>
                  <a:p>
                    <a:endParaRPr lang="zh-CN" altLang="en-US"/>
                  </a:p>
                </p:txBody>
              </p:sp>
            </p:grpSp>
          </p:grpSp>
          <p:grpSp>
            <p:nvGrpSpPr>
              <p:cNvPr id="43107" name="组合 686179"/>
              <p:cNvGrpSpPr/>
              <p:nvPr/>
            </p:nvGrpSpPr>
            <p:grpSpPr>
              <a:xfrm>
                <a:off x="5232" y="1200"/>
                <a:ext cx="389" cy="2832"/>
                <a:chOff x="5232" y="1200"/>
                <a:chExt cx="389" cy="2832"/>
              </a:xfrm>
            </p:grpSpPr>
            <p:grpSp>
              <p:nvGrpSpPr>
                <p:cNvPr id="43108" name="组合 686180"/>
                <p:cNvGrpSpPr/>
                <p:nvPr/>
              </p:nvGrpSpPr>
              <p:grpSpPr>
                <a:xfrm>
                  <a:off x="5232" y="1200"/>
                  <a:ext cx="389" cy="2832"/>
                  <a:chOff x="5232" y="1200"/>
                  <a:chExt cx="389" cy="2832"/>
                </a:xfrm>
              </p:grpSpPr>
              <p:sp>
                <p:nvSpPr>
                  <p:cNvPr id="43109" name="矩形 686181"/>
                  <p:cNvSpPr/>
                  <p:nvPr/>
                </p:nvSpPr>
                <p:spPr>
                  <a:xfrm>
                    <a:off x="5232" y="1200"/>
                    <a:ext cx="389" cy="2832"/>
                  </a:xfrm>
                  <a:prstGeom prst="rect">
                    <a:avLst/>
                  </a:prstGeom>
                  <a:noFill/>
                  <a:ln w="381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3110" name="矩形 686182"/>
                  <p:cNvSpPr/>
                  <p:nvPr/>
                </p:nvSpPr>
                <p:spPr>
                  <a:xfrm>
                    <a:off x="5324" y="2574"/>
                    <a:ext cx="243" cy="202"/>
                  </a:xfrm>
                  <a:prstGeom prst="rect">
                    <a:avLst/>
                  </a:prstGeom>
                  <a:noFill/>
                  <a:ln w="38100">
                    <a:noFill/>
                  </a:ln>
                </p:spPr>
                <p:txBody>
                  <a:bodyPr wrap="none" lIns="0" tIns="0" rIns="0" bIns="0" anchor="t" anchorCtr="0">
                    <a:spAutoFit/>
                  </a:bodyPr>
                  <a:lstStyle/>
                  <a:p>
                    <a:pPr algn="ctr">
                      <a:spcBef>
                        <a:spcPct val="20000"/>
                      </a:spcBef>
                    </a:pPr>
                    <a:r>
                      <a:rPr lang="en-US" altLang="zh-CN" sz="2100" b="1">
                        <a:latin typeface="Times New Roman" panose="02020603050405020304" pitchFamily="18" charset="0"/>
                        <a:ea typeface="宋体" panose="02010600030101010101" pitchFamily="2" charset="-122"/>
                      </a:rPr>
                      <a:t>I/O</a:t>
                    </a:r>
                    <a:endParaRPr lang="en-US" altLang="zh-CN" sz="4000" b="1">
                      <a:latin typeface="宋体" panose="02010600030101010101" pitchFamily="2" charset="-122"/>
                      <a:ea typeface="宋体" panose="02010600030101010101" pitchFamily="2" charset="-122"/>
                    </a:endParaRPr>
                  </a:p>
                </p:txBody>
              </p:sp>
            </p:grpSp>
            <p:sp>
              <p:nvSpPr>
                <p:cNvPr id="43111" name="矩形 686183"/>
                <p:cNvSpPr/>
                <p:nvPr/>
              </p:nvSpPr>
              <p:spPr>
                <a:xfrm>
                  <a:off x="5232" y="1200"/>
                  <a:ext cx="384" cy="2832"/>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6114"/>
                                        </p:tgtEl>
                                        <p:attrNameLst>
                                          <p:attrName>style.visibility</p:attrName>
                                        </p:attrNameLst>
                                      </p:cBhvr>
                                      <p:to>
                                        <p:strVal val="visible"/>
                                      </p:to>
                                    </p:set>
                                    <p:animEffect transition="in" filter="blinds(horizontal)">
                                      <p:cBhvr>
                                        <p:cTn id="7" dur="500"/>
                                        <p:tgtEl>
                                          <p:spTgt spid="6861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686129"/>
                                        </p:tgtEl>
                                        <p:attrNameLst>
                                          <p:attrName>style.visibility</p:attrName>
                                        </p:attrNameLst>
                                      </p:cBhvr>
                                      <p:to>
                                        <p:strVal val="visible"/>
                                      </p:to>
                                    </p:set>
                                    <p:animEffect transition="in" filter="barn(outVertical)">
                                      <p:cBhvr>
                                        <p:cTn id="12" dur="500"/>
                                        <p:tgtEl>
                                          <p:spTgt spid="68612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686082"/>
                                        </p:tgtEl>
                                        <p:attrNameLst>
                                          <p:attrName>style.visibility</p:attrName>
                                        </p:attrNameLst>
                                      </p:cBhvr>
                                      <p:to>
                                        <p:strVal val="visible"/>
                                      </p:to>
                                    </p:set>
                                    <p:animEffect transition="in" filter="slide(fromLeft)">
                                      <p:cBhvr>
                                        <p:cTn id="17" dur="500"/>
                                        <p:tgtEl>
                                          <p:spTgt spid="68608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686085"/>
                                        </p:tgtEl>
                                        <p:attrNameLst>
                                          <p:attrName>style.visibility</p:attrName>
                                        </p:attrNameLst>
                                      </p:cBhvr>
                                      <p:to>
                                        <p:strVal val="visible"/>
                                      </p:to>
                                    </p:set>
                                    <p:animEffect transition="in" filter="slide(fromBottom)">
                                      <p:cBhvr>
                                        <p:cTn id="22" dur="500"/>
                                        <p:tgtEl>
                                          <p:spTgt spid="686085"/>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nodeType="clickEffect">
                                  <p:stCondLst>
                                    <p:cond delay="0"/>
                                  </p:stCondLst>
                                  <p:childTnLst>
                                    <p:set>
                                      <p:cBhvr>
                                        <p:cTn id="26" dur="1" fill="hold">
                                          <p:stCondLst>
                                            <p:cond delay="0"/>
                                          </p:stCondLst>
                                        </p:cTn>
                                        <p:tgtEl>
                                          <p:spTgt spid="686088"/>
                                        </p:tgtEl>
                                        <p:attrNameLst>
                                          <p:attrName>style.visibility</p:attrName>
                                        </p:attrNameLst>
                                      </p:cBhvr>
                                      <p:to>
                                        <p:strVal val="visible"/>
                                      </p:to>
                                    </p:set>
                                    <p:animEffect transition="in" filter="slide(fromTop)">
                                      <p:cBhvr>
                                        <p:cTn id="27" dur="500"/>
                                        <p:tgtEl>
                                          <p:spTgt spid="686088"/>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686115"/>
                                        </p:tgtEl>
                                        <p:attrNameLst>
                                          <p:attrName>style.visibility</p:attrName>
                                        </p:attrNameLst>
                                      </p:cBhvr>
                                      <p:to>
                                        <p:strVal val="visible"/>
                                      </p:to>
                                    </p:set>
                                    <p:animEffect transition="in" filter="strips(downRight)">
                                      <p:cBhvr>
                                        <p:cTn id="32" dur="500"/>
                                        <p:tgtEl>
                                          <p:spTgt spid="686115"/>
                                        </p:tgtEl>
                                      </p:cBhvr>
                                    </p:animEffect>
                                  </p:childTnLst>
                                </p:cTn>
                              </p:par>
                            </p:childTnLst>
                          </p:cTn>
                        </p:par>
                        <p:par>
                          <p:cTn id="33" fill="hold">
                            <p:stCondLst>
                              <p:cond delay="500"/>
                            </p:stCondLst>
                            <p:childTnLst>
                              <p:par>
                                <p:cTn id="34" presetID="18" presetClass="entr" presetSubtype="9" fill="hold" nodeType="afterEffect">
                                  <p:stCondLst>
                                    <p:cond delay="0"/>
                                  </p:stCondLst>
                                  <p:childTnLst>
                                    <p:set>
                                      <p:cBhvr>
                                        <p:cTn id="35" dur="1" fill="hold">
                                          <p:stCondLst>
                                            <p:cond delay="0"/>
                                          </p:stCondLst>
                                        </p:cTn>
                                        <p:tgtEl>
                                          <p:spTgt spid="686118"/>
                                        </p:tgtEl>
                                        <p:attrNameLst>
                                          <p:attrName>style.visibility</p:attrName>
                                        </p:attrNameLst>
                                      </p:cBhvr>
                                      <p:to>
                                        <p:strVal val="visible"/>
                                      </p:to>
                                    </p:set>
                                    <p:animEffect transition="in" filter="strips(upLeft)">
                                      <p:cBhvr>
                                        <p:cTn id="36" dur="500"/>
                                        <p:tgtEl>
                                          <p:spTgt spid="686118"/>
                                        </p:tgtEl>
                                      </p:cBhvr>
                                    </p:animEffect>
                                  </p:childTnLst>
                                </p:cTn>
                              </p:par>
                            </p:childTnLst>
                          </p:cTn>
                        </p:par>
                        <p:par>
                          <p:cTn id="37" fill="hold">
                            <p:stCondLst>
                              <p:cond delay="1000"/>
                            </p:stCondLst>
                            <p:childTnLst>
                              <p:par>
                                <p:cTn id="38" presetID="18" presetClass="entr" presetSubtype="9" fill="hold" nodeType="afterEffect">
                                  <p:stCondLst>
                                    <p:cond delay="0"/>
                                  </p:stCondLst>
                                  <p:childTnLst>
                                    <p:set>
                                      <p:cBhvr>
                                        <p:cTn id="39" dur="1" fill="hold">
                                          <p:stCondLst>
                                            <p:cond delay="0"/>
                                          </p:stCondLst>
                                        </p:cTn>
                                        <p:tgtEl>
                                          <p:spTgt spid="686126"/>
                                        </p:tgtEl>
                                        <p:attrNameLst>
                                          <p:attrName>style.visibility</p:attrName>
                                        </p:attrNameLst>
                                      </p:cBhvr>
                                      <p:to>
                                        <p:strVal val="visible"/>
                                      </p:to>
                                    </p:set>
                                    <p:animEffect transition="in" filter="strips(upLeft)">
                                      <p:cBhvr>
                                        <p:cTn id="40" dur="500"/>
                                        <p:tgtEl>
                                          <p:spTgt spid="686126"/>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4" fill="hold" nodeType="clickEffect">
                                  <p:stCondLst>
                                    <p:cond delay="0"/>
                                  </p:stCondLst>
                                  <p:childTnLst>
                                    <p:set>
                                      <p:cBhvr>
                                        <p:cTn id="44" dur="1" fill="hold">
                                          <p:stCondLst>
                                            <p:cond delay="0"/>
                                          </p:stCondLst>
                                        </p:cTn>
                                        <p:tgtEl>
                                          <p:spTgt spid="686091"/>
                                        </p:tgtEl>
                                        <p:attrNameLst>
                                          <p:attrName>style.visibility</p:attrName>
                                        </p:attrNameLst>
                                      </p:cBhvr>
                                      <p:to>
                                        <p:strVal val="visible"/>
                                      </p:to>
                                    </p:set>
                                    <p:animEffect transition="in" filter="slide(fromBottom)">
                                      <p:cBhvr>
                                        <p:cTn id="45" dur="500"/>
                                        <p:tgtEl>
                                          <p:spTgt spid="686091"/>
                                        </p:tgtEl>
                                      </p:cBhvr>
                                    </p:animEffect>
                                  </p:childTnLst>
                                </p:cTn>
                              </p:par>
                            </p:childTnLst>
                          </p:cTn>
                        </p:par>
                        <p:par>
                          <p:cTn id="46" fill="hold">
                            <p:stCondLst>
                              <p:cond delay="500"/>
                            </p:stCondLst>
                            <p:childTnLst>
                              <p:par>
                                <p:cTn id="47" presetID="18" presetClass="entr" presetSubtype="9" fill="hold" nodeType="afterEffect">
                                  <p:stCondLst>
                                    <p:cond delay="0"/>
                                  </p:stCondLst>
                                  <p:childTnLst>
                                    <p:set>
                                      <p:cBhvr>
                                        <p:cTn id="48" dur="1" fill="hold">
                                          <p:stCondLst>
                                            <p:cond delay="0"/>
                                          </p:stCondLst>
                                        </p:cTn>
                                        <p:tgtEl>
                                          <p:spTgt spid="686092"/>
                                        </p:tgtEl>
                                        <p:attrNameLst>
                                          <p:attrName>style.visibility</p:attrName>
                                        </p:attrNameLst>
                                      </p:cBhvr>
                                      <p:to>
                                        <p:strVal val="visible"/>
                                      </p:to>
                                    </p:set>
                                    <p:animEffect transition="in" filter="strips(upLeft)">
                                      <p:cBhvr>
                                        <p:cTn id="49" dur="500"/>
                                        <p:tgtEl>
                                          <p:spTgt spid="686092"/>
                                        </p:tgtEl>
                                      </p:cBhvr>
                                    </p:animEffect>
                                  </p:childTnLst>
                                </p:cTn>
                              </p:par>
                            </p:childTnLst>
                          </p:cTn>
                        </p:par>
                        <p:par>
                          <p:cTn id="50" fill="hold">
                            <p:stCondLst>
                              <p:cond delay="1000"/>
                            </p:stCondLst>
                            <p:childTnLst>
                              <p:par>
                                <p:cTn id="51" presetID="18" presetClass="entr" presetSubtype="12" fill="hold" nodeType="afterEffect">
                                  <p:stCondLst>
                                    <p:cond delay="0"/>
                                  </p:stCondLst>
                                  <p:childTnLst>
                                    <p:set>
                                      <p:cBhvr>
                                        <p:cTn id="52" dur="1" fill="hold">
                                          <p:stCondLst>
                                            <p:cond delay="0"/>
                                          </p:stCondLst>
                                        </p:cTn>
                                        <p:tgtEl>
                                          <p:spTgt spid="686124"/>
                                        </p:tgtEl>
                                        <p:attrNameLst>
                                          <p:attrName>style.visibility</p:attrName>
                                        </p:attrNameLst>
                                      </p:cBhvr>
                                      <p:to>
                                        <p:strVal val="visible"/>
                                      </p:to>
                                    </p:set>
                                    <p:animEffect transition="in" filter="strips(downLeft)">
                                      <p:cBhvr>
                                        <p:cTn id="53" dur="500"/>
                                        <p:tgtEl>
                                          <p:spTgt spid="686124"/>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nodeType="clickEffect">
                                  <p:stCondLst>
                                    <p:cond delay="0"/>
                                  </p:stCondLst>
                                  <p:childTnLst>
                                    <p:set>
                                      <p:cBhvr>
                                        <p:cTn id="57" dur="1" fill="hold">
                                          <p:stCondLst>
                                            <p:cond delay="0"/>
                                          </p:stCondLst>
                                        </p:cTn>
                                        <p:tgtEl>
                                          <p:spTgt spid="686125"/>
                                        </p:tgtEl>
                                        <p:attrNameLst>
                                          <p:attrName>style.visibility</p:attrName>
                                        </p:attrNameLst>
                                      </p:cBhvr>
                                      <p:to>
                                        <p:strVal val="visible"/>
                                      </p:to>
                                    </p:set>
                                    <p:animEffect transition="in" filter="slide(fromBottom)">
                                      <p:cBhvr>
                                        <p:cTn id="58" dur="500"/>
                                        <p:tgtEl>
                                          <p:spTgt spid="686125"/>
                                        </p:tgtEl>
                                      </p:cBhvr>
                                    </p:animEffect>
                                  </p:childTnLst>
                                </p:cTn>
                              </p:par>
                            </p:childTnLst>
                          </p:cTn>
                        </p:par>
                        <p:par>
                          <p:cTn id="59" fill="hold">
                            <p:stCondLst>
                              <p:cond delay="500"/>
                            </p:stCondLst>
                            <p:childTnLst>
                              <p:par>
                                <p:cTn id="60" presetID="18" presetClass="entr" presetSubtype="6" fill="hold" nodeType="afterEffect">
                                  <p:stCondLst>
                                    <p:cond delay="0"/>
                                  </p:stCondLst>
                                  <p:childTnLst>
                                    <p:set>
                                      <p:cBhvr>
                                        <p:cTn id="61" dur="1" fill="hold">
                                          <p:stCondLst>
                                            <p:cond delay="0"/>
                                          </p:stCondLst>
                                        </p:cTn>
                                        <p:tgtEl>
                                          <p:spTgt spid="686096"/>
                                        </p:tgtEl>
                                        <p:attrNameLst>
                                          <p:attrName>style.visibility</p:attrName>
                                        </p:attrNameLst>
                                      </p:cBhvr>
                                      <p:to>
                                        <p:strVal val="visible"/>
                                      </p:to>
                                    </p:set>
                                    <p:animEffect transition="in" filter="strips(downRight)">
                                      <p:cBhvr>
                                        <p:cTn id="62" dur="500"/>
                                        <p:tgtEl>
                                          <p:spTgt spid="686096"/>
                                        </p:tgtEl>
                                      </p:cBhvr>
                                    </p:animEffect>
                                  </p:childTnLst>
                                </p:cTn>
                              </p:par>
                            </p:childTnLst>
                          </p:cTn>
                        </p:par>
                        <p:par>
                          <p:cTn id="63" fill="hold">
                            <p:stCondLst>
                              <p:cond delay="1000"/>
                            </p:stCondLst>
                            <p:childTnLst>
                              <p:par>
                                <p:cTn id="64" presetID="18" presetClass="entr" presetSubtype="6" fill="hold" nodeType="afterEffect">
                                  <p:stCondLst>
                                    <p:cond delay="0"/>
                                  </p:stCondLst>
                                  <p:childTnLst>
                                    <p:set>
                                      <p:cBhvr>
                                        <p:cTn id="65" dur="1" fill="hold">
                                          <p:stCondLst>
                                            <p:cond delay="0"/>
                                          </p:stCondLst>
                                        </p:cTn>
                                        <p:tgtEl>
                                          <p:spTgt spid="686095"/>
                                        </p:tgtEl>
                                        <p:attrNameLst>
                                          <p:attrName>style.visibility</p:attrName>
                                        </p:attrNameLst>
                                      </p:cBhvr>
                                      <p:to>
                                        <p:strVal val="visible"/>
                                      </p:to>
                                    </p:set>
                                    <p:animEffect transition="in" filter="strips(downRight)">
                                      <p:cBhvr>
                                        <p:cTn id="66" dur="500"/>
                                        <p:tgtEl>
                                          <p:spTgt spid="686095"/>
                                        </p:tgtEl>
                                      </p:cBhvr>
                                    </p:animEffect>
                                  </p:childTnLst>
                                </p:cTn>
                              </p:par>
                            </p:childTnLst>
                          </p:cTn>
                        </p:par>
                      </p:childTnLst>
                    </p:cTn>
                  </p:par>
                  <p:par>
                    <p:cTn id="67" fill="hold">
                      <p:stCondLst>
                        <p:cond delay="indefinite"/>
                      </p:stCondLst>
                      <p:childTnLst>
                        <p:par>
                          <p:cTn id="68" fill="hold">
                            <p:stCondLst>
                              <p:cond delay="0"/>
                            </p:stCondLst>
                            <p:childTnLst>
                              <p:par>
                                <p:cTn id="69" presetID="12" presetClass="entr" presetSubtype="4" fill="hold" nodeType="clickEffect">
                                  <p:stCondLst>
                                    <p:cond delay="0"/>
                                  </p:stCondLst>
                                  <p:childTnLst>
                                    <p:set>
                                      <p:cBhvr>
                                        <p:cTn id="70" dur="1" fill="hold">
                                          <p:stCondLst>
                                            <p:cond delay="0"/>
                                          </p:stCondLst>
                                        </p:cTn>
                                        <p:tgtEl>
                                          <p:spTgt spid="686099"/>
                                        </p:tgtEl>
                                        <p:attrNameLst>
                                          <p:attrName>style.visibility</p:attrName>
                                        </p:attrNameLst>
                                      </p:cBhvr>
                                      <p:to>
                                        <p:strVal val="visible"/>
                                      </p:to>
                                    </p:set>
                                    <p:animEffect transition="in" filter="slide(fromBottom)">
                                      <p:cBhvr>
                                        <p:cTn id="71" dur="500"/>
                                        <p:tgtEl>
                                          <p:spTgt spid="686099"/>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1" fill="hold" nodeType="clickEffect">
                                  <p:stCondLst>
                                    <p:cond delay="0"/>
                                  </p:stCondLst>
                                  <p:childTnLst>
                                    <p:set>
                                      <p:cBhvr>
                                        <p:cTn id="75" dur="1" fill="hold">
                                          <p:stCondLst>
                                            <p:cond delay="0"/>
                                          </p:stCondLst>
                                        </p:cTn>
                                        <p:tgtEl>
                                          <p:spTgt spid="686102"/>
                                        </p:tgtEl>
                                        <p:attrNameLst>
                                          <p:attrName>style.visibility</p:attrName>
                                        </p:attrNameLst>
                                      </p:cBhvr>
                                      <p:to>
                                        <p:strVal val="visible"/>
                                      </p:to>
                                    </p:set>
                                    <p:animEffect transition="in" filter="slide(fromTop)">
                                      <p:cBhvr>
                                        <p:cTn id="76" dur="500"/>
                                        <p:tgtEl>
                                          <p:spTgt spid="686102"/>
                                        </p:tgtEl>
                                      </p:cBhvr>
                                    </p:animEffect>
                                  </p:childTnLst>
                                </p:cTn>
                              </p:par>
                            </p:childTnLst>
                          </p:cTn>
                        </p:par>
                      </p:childTnLst>
                    </p:cTn>
                  </p:par>
                  <p:par>
                    <p:cTn id="77" fill="hold">
                      <p:stCondLst>
                        <p:cond delay="indefinite"/>
                      </p:stCondLst>
                      <p:childTnLst>
                        <p:par>
                          <p:cTn id="78" fill="hold">
                            <p:stCondLst>
                              <p:cond delay="0"/>
                            </p:stCondLst>
                            <p:childTnLst>
                              <p:par>
                                <p:cTn id="79" presetID="18" presetClass="entr" presetSubtype="6" fill="hold" nodeType="clickEffect">
                                  <p:stCondLst>
                                    <p:cond delay="0"/>
                                  </p:stCondLst>
                                  <p:childTnLst>
                                    <p:set>
                                      <p:cBhvr>
                                        <p:cTn id="80" dur="1" fill="hold">
                                          <p:stCondLst>
                                            <p:cond delay="0"/>
                                          </p:stCondLst>
                                        </p:cTn>
                                        <p:tgtEl>
                                          <p:spTgt spid="686107"/>
                                        </p:tgtEl>
                                        <p:attrNameLst>
                                          <p:attrName>style.visibility</p:attrName>
                                        </p:attrNameLst>
                                      </p:cBhvr>
                                      <p:to>
                                        <p:strVal val="visible"/>
                                      </p:to>
                                    </p:set>
                                    <p:animEffect transition="in" filter="strips(downRight)">
                                      <p:cBhvr>
                                        <p:cTn id="81" dur="500"/>
                                        <p:tgtEl>
                                          <p:spTgt spid="686107"/>
                                        </p:tgtEl>
                                      </p:cBhvr>
                                    </p:animEffect>
                                  </p:childTnLst>
                                </p:cTn>
                              </p:par>
                            </p:childTnLst>
                          </p:cTn>
                        </p:par>
                        <p:par>
                          <p:cTn id="82" fill="hold">
                            <p:stCondLst>
                              <p:cond delay="500"/>
                            </p:stCondLst>
                            <p:childTnLst>
                              <p:par>
                                <p:cTn id="83" presetID="18" presetClass="entr" presetSubtype="12" fill="hold" nodeType="afterEffect">
                                  <p:stCondLst>
                                    <p:cond delay="0"/>
                                  </p:stCondLst>
                                  <p:childTnLst>
                                    <p:set>
                                      <p:cBhvr>
                                        <p:cTn id="84" dur="1" fill="hold">
                                          <p:stCondLst>
                                            <p:cond delay="0"/>
                                          </p:stCondLst>
                                        </p:cTn>
                                        <p:tgtEl>
                                          <p:spTgt spid="686110"/>
                                        </p:tgtEl>
                                        <p:attrNameLst>
                                          <p:attrName>style.visibility</p:attrName>
                                        </p:attrNameLst>
                                      </p:cBhvr>
                                      <p:to>
                                        <p:strVal val="visible"/>
                                      </p:to>
                                    </p:set>
                                    <p:animEffect transition="in" filter="strips(downLeft)">
                                      <p:cBhvr>
                                        <p:cTn id="85" dur="500"/>
                                        <p:tgtEl>
                                          <p:spTgt spid="686110"/>
                                        </p:tgtEl>
                                      </p:cBhvr>
                                    </p:animEffect>
                                  </p:childTnLst>
                                </p:cTn>
                              </p:par>
                            </p:childTnLst>
                          </p:cTn>
                        </p:par>
                        <p:par>
                          <p:cTn id="86" fill="hold">
                            <p:stCondLst>
                              <p:cond delay="1000"/>
                            </p:stCondLst>
                            <p:childTnLst>
                              <p:par>
                                <p:cTn id="87" presetID="18" presetClass="entr" presetSubtype="9" fill="hold" nodeType="afterEffect">
                                  <p:stCondLst>
                                    <p:cond delay="0"/>
                                  </p:stCondLst>
                                  <p:childTnLst>
                                    <p:set>
                                      <p:cBhvr>
                                        <p:cTn id="88" dur="1" fill="hold">
                                          <p:stCondLst>
                                            <p:cond delay="0"/>
                                          </p:stCondLst>
                                        </p:cTn>
                                        <p:tgtEl>
                                          <p:spTgt spid="686105"/>
                                        </p:tgtEl>
                                        <p:attrNameLst>
                                          <p:attrName>style.visibility</p:attrName>
                                        </p:attrNameLst>
                                      </p:cBhvr>
                                      <p:to>
                                        <p:strVal val="visible"/>
                                      </p:to>
                                    </p:set>
                                    <p:animEffect transition="in" filter="strips(upLeft)">
                                      <p:cBhvr>
                                        <p:cTn id="89" dur="500"/>
                                        <p:tgtEl>
                                          <p:spTgt spid="686105"/>
                                        </p:tgtEl>
                                      </p:cBhvr>
                                    </p:animEffect>
                                  </p:childTnLst>
                                </p:cTn>
                              </p:par>
                            </p:childTnLst>
                          </p:cTn>
                        </p:par>
                        <p:par>
                          <p:cTn id="90" fill="hold">
                            <p:stCondLst>
                              <p:cond delay="1500"/>
                            </p:stCondLst>
                            <p:childTnLst>
                              <p:par>
                                <p:cTn id="91" presetID="18" presetClass="entr" presetSubtype="3" fill="hold" nodeType="afterEffect">
                                  <p:stCondLst>
                                    <p:cond delay="0"/>
                                  </p:stCondLst>
                                  <p:childTnLst>
                                    <p:set>
                                      <p:cBhvr>
                                        <p:cTn id="92" dur="1" fill="hold">
                                          <p:stCondLst>
                                            <p:cond delay="0"/>
                                          </p:stCondLst>
                                        </p:cTn>
                                        <p:tgtEl>
                                          <p:spTgt spid="686106"/>
                                        </p:tgtEl>
                                        <p:attrNameLst>
                                          <p:attrName>style.visibility</p:attrName>
                                        </p:attrNameLst>
                                      </p:cBhvr>
                                      <p:to>
                                        <p:strVal val="visible"/>
                                      </p:to>
                                    </p:set>
                                    <p:animEffect transition="in" filter="strips(upRight)">
                                      <p:cBhvr>
                                        <p:cTn id="93" dur="500"/>
                                        <p:tgtEl>
                                          <p:spTgt spid="686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7106" name="组合 687105"/>
          <p:cNvGrpSpPr/>
          <p:nvPr/>
        </p:nvGrpSpPr>
        <p:grpSpPr>
          <a:xfrm>
            <a:off x="4552950" y="4518025"/>
            <a:ext cx="1085850" cy="519113"/>
            <a:chOff x="2868" y="2846"/>
            <a:chExt cx="684" cy="327"/>
          </a:xfrm>
        </p:grpSpPr>
        <p:sp>
          <p:nvSpPr>
            <p:cNvPr id="44034" name="任意多边形 687106"/>
            <p:cNvSpPr/>
            <p:nvPr/>
          </p:nvSpPr>
          <p:spPr>
            <a:xfrm>
              <a:off x="2868" y="3150"/>
              <a:ext cx="684" cy="1"/>
            </a:xfrm>
            <a:custGeom>
              <a:avLst/>
              <a:gdLst/>
              <a:ahLst/>
              <a:cxnLst/>
              <a:rect l="0" t="0" r="0" b="0"/>
              <a:pathLst>
                <a:path w="684" h="1">
                  <a:moveTo>
                    <a:pt x="0" y="0"/>
                  </a:moveTo>
                  <a:lnTo>
                    <a:pt x="684" y="0"/>
                  </a:lnTo>
                </a:path>
              </a:pathLst>
            </a:custGeom>
            <a:noFill/>
            <a:ln w="28575" cap="flat" cmpd="sng">
              <a:solidFill>
                <a:schemeClr val="folHlink"/>
              </a:solidFill>
              <a:prstDash val="solid"/>
              <a:round/>
              <a:headEnd type="none" w="med" len="med"/>
              <a:tailEnd type="stealth" w="med" len="med"/>
            </a:ln>
          </p:spPr>
          <p:txBody>
            <a:bodyPr/>
            <a:lstStyle/>
            <a:p>
              <a:endParaRPr lang="zh-CN" altLang="en-US"/>
            </a:p>
          </p:txBody>
        </p:sp>
        <p:sp>
          <p:nvSpPr>
            <p:cNvPr id="44035" name="文本框 687107"/>
            <p:cNvSpPr txBox="1"/>
            <p:nvPr/>
          </p:nvSpPr>
          <p:spPr>
            <a:xfrm>
              <a:off x="3168" y="2846"/>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1</a:t>
              </a:r>
            </a:p>
          </p:txBody>
        </p:sp>
      </p:grpSp>
      <p:grpSp>
        <p:nvGrpSpPr>
          <p:cNvPr id="687109" name="组合 687108"/>
          <p:cNvGrpSpPr/>
          <p:nvPr/>
        </p:nvGrpSpPr>
        <p:grpSpPr>
          <a:xfrm>
            <a:off x="5810250" y="3581400"/>
            <a:ext cx="361950" cy="914400"/>
            <a:chOff x="3660" y="2256"/>
            <a:chExt cx="228" cy="576"/>
          </a:xfrm>
        </p:grpSpPr>
        <p:sp>
          <p:nvSpPr>
            <p:cNvPr id="44037" name="直接连接符 687109"/>
            <p:cNvSpPr/>
            <p:nvPr/>
          </p:nvSpPr>
          <p:spPr>
            <a:xfrm flipV="1">
              <a:off x="3840" y="2256"/>
              <a:ext cx="0" cy="576"/>
            </a:xfrm>
            <a:prstGeom prst="line">
              <a:avLst/>
            </a:prstGeom>
            <a:ln w="28575" cap="flat" cmpd="sng">
              <a:solidFill>
                <a:schemeClr val="folHlink"/>
              </a:solidFill>
              <a:prstDash val="solid"/>
              <a:round/>
              <a:headEnd type="none" w="med" len="med"/>
              <a:tailEnd type="stealth" w="med" len="med"/>
            </a:ln>
          </p:spPr>
        </p:sp>
        <p:sp>
          <p:nvSpPr>
            <p:cNvPr id="44038" name="文本框 687110"/>
            <p:cNvSpPr txBox="1"/>
            <p:nvPr/>
          </p:nvSpPr>
          <p:spPr>
            <a:xfrm>
              <a:off x="3660" y="2375"/>
              <a:ext cx="228" cy="327"/>
            </a:xfrm>
            <a:prstGeom prst="rect">
              <a:avLst/>
            </a:prstGeom>
            <a:noFill/>
            <a:ln w="952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2</a:t>
              </a:r>
            </a:p>
          </p:txBody>
        </p:sp>
      </p:grpSp>
      <p:grpSp>
        <p:nvGrpSpPr>
          <p:cNvPr id="687112" name="组合 687111"/>
          <p:cNvGrpSpPr/>
          <p:nvPr/>
        </p:nvGrpSpPr>
        <p:grpSpPr>
          <a:xfrm>
            <a:off x="6800850" y="3581400"/>
            <a:ext cx="361950" cy="914400"/>
            <a:chOff x="4284" y="2256"/>
            <a:chExt cx="228" cy="576"/>
          </a:xfrm>
        </p:grpSpPr>
        <p:sp>
          <p:nvSpPr>
            <p:cNvPr id="44040" name="直接连接符 687112"/>
            <p:cNvSpPr/>
            <p:nvPr/>
          </p:nvSpPr>
          <p:spPr>
            <a:xfrm>
              <a:off x="4464" y="2256"/>
              <a:ext cx="0" cy="576"/>
            </a:xfrm>
            <a:prstGeom prst="line">
              <a:avLst/>
            </a:prstGeom>
            <a:ln w="28575" cap="flat" cmpd="sng">
              <a:solidFill>
                <a:schemeClr val="folHlink"/>
              </a:solidFill>
              <a:prstDash val="solid"/>
              <a:round/>
              <a:headEnd type="none" w="med" len="med"/>
              <a:tailEnd type="stealth" w="med" len="med"/>
            </a:ln>
          </p:spPr>
        </p:sp>
        <p:sp>
          <p:nvSpPr>
            <p:cNvPr id="44041" name="文本框 687113"/>
            <p:cNvSpPr txBox="1"/>
            <p:nvPr/>
          </p:nvSpPr>
          <p:spPr>
            <a:xfrm>
              <a:off x="4284" y="2375"/>
              <a:ext cx="228" cy="327"/>
            </a:xfrm>
            <a:prstGeom prst="rect">
              <a:avLst/>
            </a:prstGeom>
            <a:noFill/>
            <a:ln w="952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3</a:t>
              </a:r>
            </a:p>
          </p:txBody>
        </p:sp>
      </p:grpSp>
      <p:sp>
        <p:nvSpPr>
          <p:cNvPr id="687115" name="直接连接符 687114"/>
          <p:cNvSpPr/>
          <p:nvPr/>
        </p:nvSpPr>
        <p:spPr>
          <a:xfrm flipV="1">
            <a:off x="4038600" y="3124200"/>
            <a:ext cx="0" cy="762000"/>
          </a:xfrm>
          <a:prstGeom prst="line">
            <a:avLst/>
          </a:prstGeom>
          <a:ln w="28575" cap="flat" cmpd="sng">
            <a:solidFill>
              <a:schemeClr val="folHlink"/>
            </a:solidFill>
            <a:prstDash val="solid"/>
            <a:round/>
            <a:headEnd type="none" w="med" len="med"/>
            <a:tailEnd type="none" w="med" len="med"/>
          </a:ln>
        </p:spPr>
      </p:sp>
      <p:grpSp>
        <p:nvGrpSpPr>
          <p:cNvPr id="687116" name="组合 687115"/>
          <p:cNvGrpSpPr/>
          <p:nvPr/>
        </p:nvGrpSpPr>
        <p:grpSpPr>
          <a:xfrm>
            <a:off x="3429000" y="2627313"/>
            <a:ext cx="609600" cy="519112"/>
            <a:chOff x="2160" y="1655"/>
            <a:chExt cx="384" cy="327"/>
          </a:xfrm>
        </p:grpSpPr>
        <p:sp>
          <p:nvSpPr>
            <p:cNvPr id="44044" name="直接连接符 687116"/>
            <p:cNvSpPr/>
            <p:nvPr/>
          </p:nvSpPr>
          <p:spPr>
            <a:xfrm flipH="1">
              <a:off x="2160" y="1968"/>
              <a:ext cx="384" cy="0"/>
            </a:xfrm>
            <a:prstGeom prst="line">
              <a:avLst/>
            </a:prstGeom>
            <a:ln w="28575" cap="flat" cmpd="sng">
              <a:solidFill>
                <a:schemeClr val="folHlink"/>
              </a:solidFill>
              <a:prstDash val="solid"/>
              <a:round/>
              <a:headEnd type="none" w="med" len="med"/>
              <a:tailEnd type="none" w="med" len="med"/>
            </a:ln>
          </p:spPr>
        </p:sp>
        <p:sp>
          <p:nvSpPr>
            <p:cNvPr id="44045" name="文本框 687117"/>
            <p:cNvSpPr txBox="1"/>
            <p:nvPr/>
          </p:nvSpPr>
          <p:spPr>
            <a:xfrm>
              <a:off x="2238" y="1655"/>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5</a:t>
              </a:r>
            </a:p>
          </p:txBody>
        </p:sp>
      </p:grpSp>
      <p:sp>
        <p:nvSpPr>
          <p:cNvPr id="687119" name="直接连接符 687118"/>
          <p:cNvSpPr/>
          <p:nvPr/>
        </p:nvSpPr>
        <p:spPr>
          <a:xfrm>
            <a:off x="5791200" y="3733800"/>
            <a:ext cx="0" cy="762000"/>
          </a:xfrm>
          <a:prstGeom prst="line">
            <a:avLst/>
          </a:prstGeom>
          <a:ln w="28575" cap="flat" cmpd="sng">
            <a:solidFill>
              <a:schemeClr val="folHlink"/>
            </a:solidFill>
            <a:prstDash val="solid"/>
            <a:round/>
            <a:headEnd type="none" w="med" len="med"/>
            <a:tailEnd type="stealth" w="med" len="med"/>
          </a:ln>
        </p:spPr>
      </p:sp>
      <p:grpSp>
        <p:nvGrpSpPr>
          <p:cNvPr id="687120" name="组合 687119"/>
          <p:cNvGrpSpPr/>
          <p:nvPr/>
        </p:nvGrpSpPr>
        <p:grpSpPr>
          <a:xfrm>
            <a:off x="4267200" y="3236913"/>
            <a:ext cx="1524000" cy="519112"/>
            <a:chOff x="2688" y="2039"/>
            <a:chExt cx="960" cy="327"/>
          </a:xfrm>
        </p:grpSpPr>
        <p:sp>
          <p:nvSpPr>
            <p:cNvPr id="44048" name="直接连接符 687120"/>
            <p:cNvSpPr/>
            <p:nvPr/>
          </p:nvSpPr>
          <p:spPr>
            <a:xfrm>
              <a:off x="2688" y="2352"/>
              <a:ext cx="960" cy="0"/>
            </a:xfrm>
            <a:prstGeom prst="line">
              <a:avLst/>
            </a:prstGeom>
            <a:ln w="28575" cap="flat" cmpd="sng">
              <a:solidFill>
                <a:schemeClr val="folHlink"/>
              </a:solidFill>
              <a:prstDash val="solid"/>
              <a:round/>
              <a:headEnd type="none" w="med" len="med"/>
              <a:tailEnd type="none" w="med" len="med"/>
            </a:ln>
          </p:spPr>
        </p:sp>
        <p:sp>
          <p:nvSpPr>
            <p:cNvPr id="44049" name="文本框 687121"/>
            <p:cNvSpPr txBox="1"/>
            <p:nvPr/>
          </p:nvSpPr>
          <p:spPr>
            <a:xfrm>
              <a:off x="3180" y="2039"/>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6</a:t>
              </a:r>
            </a:p>
          </p:txBody>
        </p:sp>
      </p:grpSp>
      <p:grpSp>
        <p:nvGrpSpPr>
          <p:cNvPr id="687123" name="组合 687122"/>
          <p:cNvGrpSpPr/>
          <p:nvPr/>
        </p:nvGrpSpPr>
        <p:grpSpPr>
          <a:xfrm>
            <a:off x="6115050" y="3581400"/>
            <a:ext cx="361950" cy="914400"/>
            <a:chOff x="3852" y="2256"/>
            <a:chExt cx="228" cy="576"/>
          </a:xfrm>
        </p:grpSpPr>
        <p:sp>
          <p:nvSpPr>
            <p:cNvPr id="44051" name="直接连接符 687123"/>
            <p:cNvSpPr/>
            <p:nvPr/>
          </p:nvSpPr>
          <p:spPr>
            <a:xfrm flipV="1">
              <a:off x="4032" y="2256"/>
              <a:ext cx="0" cy="576"/>
            </a:xfrm>
            <a:prstGeom prst="line">
              <a:avLst/>
            </a:prstGeom>
            <a:ln w="28575" cap="flat" cmpd="sng">
              <a:solidFill>
                <a:schemeClr val="folHlink"/>
              </a:solidFill>
              <a:prstDash val="solid"/>
              <a:round/>
              <a:headEnd type="none" w="med" len="med"/>
              <a:tailEnd type="stealth" w="med" len="med"/>
            </a:ln>
          </p:spPr>
        </p:sp>
        <p:sp>
          <p:nvSpPr>
            <p:cNvPr id="44052" name="文本框 687124"/>
            <p:cNvSpPr txBox="1"/>
            <p:nvPr/>
          </p:nvSpPr>
          <p:spPr>
            <a:xfrm>
              <a:off x="3852" y="2375"/>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7</a:t>
              </a:r>
            </a:p>
          </p:txBody>
        </p:sp>
      </p:grpSp>
      <p:grpSp>
        <p:nvGrpSpPr>
          <p:cNvPr id="687126" name="组合 687125"/>
          <p:cNvGrpSpPr/>
          <p:nvPr/>
        </p:nvGrpSpPr>
        <p:grpSpPr>
          <a:xfrm>
            <a:off x="7239000" y="3581400"/>
            <a:ext cx="361950" cy="914400"/>
            <a:chOff x="4560" y="2256"/>
            <a:chExt cx="228" cy="576"/>
          </a:xfrm>
        </p:grpSpPr>
        <p:sp>
          <p:nvSpPr>
            <p:cNvPr id="44054" name="直接连接符 687126"/>
            <p:cNvSpPr/>
            <p:nvPr/>
          </p:nvSpPr>
          <p:spPr>
            <a:xfrm>
              <a:off x="4752" y="2256"/>
              <a:ext cx="0" cy="576"/>
            </a:xfrm>
            <a:prstGeom prst="line">
              <a:avLst/>
            </a:prstGeom>
            <a:ln w="28575" cap="flat" cmpd="sng">
              <a:solidFill>
                <a:schemeClr val="folHlink"/>
              </a:solidFill>
              <a:prstDash val="solid"/>
              <a:round/>
              <a:headEnd type="stealth" w="med" len="med"/>
              <a:tailEnd type="none" w="med" len="med"/>
            </a:ln>
          </p:spPr>
        </p:sp>
        <p:sp>
          <p:nvSpPr>
            <p:cNvPr id="44055" name="文本框 687127"/>
            <p:cNvSpPr txBox="1"/>
            <p:nvPr/>
          </p:nvSpPr>
          <p:spPr>
            <a:xfrm>
              <a:off x="4560" y="2375"/>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9</a:t>
              </a:r>
            </a:p>
          </p:txBody>
        </p:sp>
      </p:grpSp>
      <p:sp>
        <p:nvSpPr>
          <p:cNvPr id="687129" name="直接连接符 687128"/>
          <p:cNvSpPr/>
          <p:nvPr/>
        </p:nvSpPr>
        <p:spPr>
          <a:xfrm flipV="1">
            <a:off x="228600" y="3429000"/>
            <a:ext cx="0" cy="3200400"/>
          </a:xfrm>
          <a:prstGeom prst="line">
            <a:avLst/>
          </a:prstGeom>
          <a:ln w="28575" cap="flat" cmpd="sng">
            <a:solidFill>
              <a:schemeClr val="folHlink"/>
            </a:solidFill>
            <a:prstDash val="solid"/>
            <a:round/>
            <a:headEnd type="none" w="med" len="med"/>
            <a:tailEnd type="none" w="med" len="med"/>
          </a:ln>
        </p:spPr>
      </p:sp>
      <p:sp>
        <p:nvSpPr>
          <p:cNvPr id="687130" name="直接连接符 687129"/>
          <p:cNvSpPr/>
          <p:nvPr/>
        </p:nvSpPr>
        <p:spPr>
          <a:xfrm>
            <a:off x="228600" y="3429000"/>
            <a:ext cx="609600" cy="0"/>
          </a:xfrm>
          <a:prstGeom prst="line">
            <a:avLst/>
          </a:prstGeom>
          <a:ln w="28575" cap="flat" cmpd="sng">
            <a:solidFill>
              <a:schemeClr val="folHlink"/>
            </a:solidFill>
            <a:prstDash val="solid"/>
            <a:round/>
            <a:headEnd type="none" w="med" len="med"/>
            <a:tailEnd type="none" w="med" len="med"/>
          </a:ln>
        </p:spPr>
      </p:sp>
      <p:grpSp>
        <p:nvGrpSpPr>
          <p:cNvPr id="687131" name="组合 687130"/>
          <p:cNvGrpSpPr/>
          <p:nvPr/>
        </p:nvGrpSpPr>
        <p:grpSpPr>
          <a:xfrm>
            <a:off x="7772400" y="4724400"/>
            <a:ext cx="304800" cy="1905000"/>
            <a:chOff x="4896" y="2976"/>
            <a:chExt cx="192" cy="1200"/>
          </a:xfrm>
        </p:grpSpPr>
        <p:sp>
          <p:nvSpPr>
            <p:cNvPr id="44059" name="直接连接符 687131"/>
            <p:cNvSpPr/>
            <p:nvPr/>
          </p:nvSpPr>
          <p:spPr>
            <a:xfrm>
              <a:off x="5088" y="2976"/>
              <a:ext cx="0" cy="1200"/>
            </a:xfrm>
            <a:prstGeom prst="line">
              <a:avLst/>
            </a:prstGeom>
            <a:ln w="28575" cap="flat" cmpd="sng">
              <a:solidFill>
                <a:schemeClr val="folHlink"/>
              </a:solidFill>
              <a:prstDash val="solid"/>
              <a:round/>
              <a:headEnd type="none" w="med" len="med"/>
              <a:tailEnd type="none" w="med" len="med"/>
            </a:ln>
          </p:spPr>
        </p:sp>
        <p:sp>
          <p:nvSpPr>
            <p:cNvPr id="44060" name="直接连接符 687132"/>
            <p:cNvSpPr/>
            <p:nvPr/>
          </p:nvSpPr>
          <p:spPr>
            <a:xfrm flipH="1">
              <a:off x="4896" y="2976"/>
              <a:ext cx="192" cy="0"/>
            </a:xfrm>
            <a:prstGeom prst="line">
              <a:avLst/>
            </a:prstGeom>
            <a:ln w="28575" cap="flat" cmpd="sng">
              <a:solidFill>
                <a:schemeClr val="folHlink"/>
              </a:solidFill>
              <a:prstDash val="solid"/>
              <a:round/>
              <a:headEnd type="none" w="med" len="med"/>
              <a:tailEnd type="stealth" w="med" len="med"/>
            </a:ln>
          </p:spPr>
        </p:sp>
      </p:grpSp>
      <p:grpSp>
        <p:nvGrpSpPr>
          <p:cNvPr id="687134" name="组合 687133"/>
          <p:cNvGrpSpPr/>
          <p:nvPr/>
        </p:nvGrpSpPr>
        <p:grpSpPr>
          <a:xfrm>
            <a:off x="228600" y="6118225"/>
            <a:ext cx="7848600" cy="519113"/>
            <a:chOff x="144" y="3854"/>
            <a:chExt cx="4944" cy="327"/>
          </a:xfrm>
        </p:grpSpPr>
        <p:sp>
          <p:nvSpPr>
            <p:cNvPr id="44062" name="直接连接符 687134"/>
            <p:cNvSpPr/>
            <p:nvPr/>
          </p:nvSpPr>
          <p:spPr>
            <a:xfrm flipH="1">
              <a:off x="2496" y="4176"/>
              <a:ext cx="2592" cy="0"/>
            </a:xfrm>
            <a:prstGeom prst="line">
              <a:avLst/>
            </a:prstGeom>
            <a:ln w="28575" cap="flat" cmpd="sng">
              <a:solidFill>
                <a:schemeClr val="folHlink"/>
              </a:solidFill>
              <a:prstDash val="solid"/>
              <a:round/>
              <a:headEnd type="none" w="med" len="med"/>
              <a:tailEnd type="none" w="med" len="med"/>
            </a:ln>
          </p:spPr>
        </p:sp>
        <p:sp>
          <p:nvSpPr>
            <p:cNvPr id="44063" name="直接连接符 687135"/>
            <p:cNvSpPr/>
            <p:nvPr/>
          </p:nvSpPr>
          <p:spPr>
            <a:xfrm flipH="1">
              <a:off x="144" y="4176"/>
              <a:ext cx="2400" cy="0"/>
            </a:xfrm>
            <a:prstGeom prst="line">
              <a:avLst/>
            </a:prstGeom>
            <a:ln w="28575" cap="flat" cmpd="sng">
              <a:solidFill>
                <a:schemeClr val="folHlink"/>
              </a:solidFill>
              <a:prstDash val="solid"/>
              <a:round/>
              <a:headEnd type="none" w="med" len="med"/>
              <a:tailEnd type="none" w="med" len="med"/>
            </a:ln>
          </p:spPr>
        </p:sp>
        <p:sp>
          <p:nvSpPr>
            <p:cNvPr id="44064" name="文本框 687136"/>
            <p:cNvSpPr txBox="1"/>
            <p:nvPr/>
          </p:nvSpPr>
          <p:spPr>
            <a:xfrm>
              <a:off x="3180" y="3854"/>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8</a:t>
              </a:r>
            </a:p>
          </p:txBody>
        </p:sp>
      </p:grpSp>
      <p:sp>
        <p:nvSpPr>
          <p:cNvPr id="687138" name="文本框 687137"/>
          <p:cNvSpPr txBox="1"/>
          <p:nvPr/>
        </p:nvSpPr>
        <p:spPr>
          <a:xfrm>
            <a:off x="985838" y="1066800"/>
            <a:ext cx="4805362" cy="579438"/>
          </a:xfrm>
          <a:prstGeom prst="rect">
            <a:avLst/>
          </a:prstGeom>
          <a:noFill/>
          <a:ln w="9525">
            <a:noFill/>
          </a:ln>
        </p:spPr>
        <p:txBody>
          <a:bodyPr anchor="t" anchorCtr="0">
            <a:spAutoFit/>
          </a:bodyPr>
          <a:lstStyle/>
          <a:p>
            <a:pPr>
              <a:spcBef>
                <a:spcPct val="20000"/>
              </a:spcBef>
            </a:pPr>
            <a:r>
              <a:rPr lang="zh-CN" altLang="en-US" sz="3200" b="1" dirty="0">
                <a:latin typeface="宋体" panose="02010600030101010101" pitchFamily="2" charset="-122"/>
                <a:ea typeface="宋体" panose="02010600030101010101" pitchFamily="2" charset="-122"/>
              </a:rPr>
              <a:t>以存数指令为例</a:t>
            </a:r>
          </a:p>
        </p:txBody>
      </p:sp>
      <p:grpSp>
        <p:nvGrpSpPr>
          <p:cNvPr id="687139" name="组合 687138"/>
          <p:cNvGrpSpPr/>
          <p:nvPr/>
        </p:nvGrpSpPr>
        <p:grpSpPr>
          <a:xfrm>
            <a:off x="7772400" y="5029200"/>
            <a:ext cx="76200" cy="685800"/>
            <a:chOff x="4944" y="4944"/>
            <a:chExt cx="48" cy="432"/>
          </a:xfrm>
        </p:grpSpPr>
        <p:sp>
          <p:nvSpPr>
            <p:cNvPr id="44067" name="直接连接符 687139"/>
            <p:cNvSpPr/>
            <p:nvPr/>
          </p:nvSpPr>
          <p:spPr>
            <a:xfrm>
              <a:off x="4992" y="4944"/>
              <a:ext cx="0" cy="432"/>
            </a:xfrm>
            <a:prstGeom prst="line">
              <a:avLst/>
            </a:prstGeom>
            <a:ln w="28575" cap="flat" cmpd="sng">
              <a:solidFill>
                <a:schemeClr val="folHlink"/>
              </a:solidFill>
              <a:prstDash val="solid"/>
              <a:round/>
              <a:headEnd type="none" w="med" len="med"/>
              <a:tailEnd type="none" w="med" len="med"/>
            </a:ln>
          </p:spPr>
        </p:sp>
        <p:sp>
          <p:nvSpPr>
            <p:cNvPr id="44068" name="直接连接符 687140"/>
            <p:cNvSpPr/>
            <p:nvPr/>
          </p:nvSpPr>
          <p:spPr>
            <a:xfrm>
              <a:off x="4944" y="4944"/>
              <a:ext cx="48" cy="0"/>
            </a:xfrm>
            <a:prstGeom prst="line">
              <a:avLst/>
            </a:prstGeom>
            <a:ln w="28575" cap="flat" cmpd="sng">
              <a:solidFill>
                <a:schemeClr val="folHlink"/>
              </a:solidFill>
              <a:prstDash val="solid"/>
              <a:round/>
              <a:headEnd type="none" w="med" len="med"/>
              <a:tailEnd type="none" w="med" len="med"/>
            </a:ln>
          </p:spPr>
        </p:sp>
      </p:grpSp>
      <p:grpSp>
        <p:nvGrpSpPr>
          <p:cNvPr id="687142" name="组合 687141"/>
          <p:cNvGrpSpPr/>
          <p:nvPr/>
        </p:nvGrpSpPr>
        <p:grpSpPr>
          <a:xfrm>
            <a:off x="3690938" y="5218113"/>
            <a:ext cx="4157662" cy="519112"/>
            <a:chOff x="2325" y="3287"/>
            <a:chExt cx="2619" cy="327"/>
          </a:xfrm>
        </p:grpSpPr>
        <p:sp>
          <p:nvSpPr>
            <p:cNvPr id="44070" name="文本框 687142"/>
            <p:cNvSpPr txBox="1"/>
            <p:nvPr/>
          </p:nvSpPr>
          <p:spPr>
            <a:xfrm>
              <a:off x="3168" y="3287"/>
              <a:ext cx="228" cy="327"/>
            </a:xfrm>
            <a:prstGeom prst="rect">
              <a:avLst/>
            </a:prstGeom>
            <a:noFill/>
            <a:ln w="28575">
              <a:noFill/>
            </a:ln>
          </p:spPr>
          <p:txBody>
            <a:bodyPr wrap="none" anchor="t" anchorCtr="0">
              <a:spAutoFit/>
            </a:bodyPr>
            <a:lstStyle/>
            <a:p>
              <a:pPr algn="ctr">
                <a:spcBef>
                  <a:spcPct val="20000"/>
                </a:spcBef>
              </a:pPr>
              <a:r>
                <a:rPr lang="en-US" altLang="zh-CN" sz="2800" b="1">
                  <a:solidFill>
                    <a:schemeClr val="folHlink"/>
                  </a:solidFill>
                  <a:latin typeface="Times New Roman" panose="02020603050405020304" pitchFamily="18" charset="0"/>
                  <a:ea typeface="宋体" panose="02010600030101010101" pitchFamily="2" charset="-122"/>
                </a:rPr>
                <a:t>4</a:t>
              </a:r>
            </a:p>
          </p:txBody>
        </p:sp>
        <p:sp>
          <p:nvSpPr>
            <p:cNvPr id="44071" name="任意多边形 687143"/>
            <p:cNvSpPr/>
            <p:nvPr/>
          </p:nvSpPr>
          <p:spPr>
            <a:xfrm>
              <a:off x="2325" y="3597"/>
              <a:ext cx="2619" cy="3"/>
            </a:xfrm>
            <a:custGeom>
              <a:avLst/>
              <a:gdLst/>
              <a:ahLst/>
              <a:cxnLst/>
              <a:rect l="0" t="0" r="0" b="0"/>
              <a:pathLst>
                <a:path w="2619" h="3">
                  <a:moveTo>
                    <a:pt x="2619" y="3"/>
                  </a:moveTo>
                  <a:lnTo>
                    <a:pt x="0" y="0"/>
                  </a:lnTo>
                </a:path>
              </a:pathLst>
            </a:custGeom>
            <a:noFill/>
            <a:ln w="28575" cap="flat" cmpd="sng">
              <a:solidFill>
                <a:schemeClr val="folHlink"/>
              </a:solidFill>
              <a:prstDash val="solid"/>
              <a:round/>
              <a:headEnd type="none" w="med" len="med"/>
              <a:tailEnd type="none" w="med" len="med"/>
            </a:ln>
          </p:spPr>
          <p:txBody>
            <a:bodyPr/>
            <a:lstStyle/>
            <a:p>
              <a:endParaRPr lang="zh-CN" altLang="en-US"/>
            </a:p>
          </p:txBody>
        </p:sp>
      </p:grpSp>
      <p:sp>
        <p:nvSpPr>
          <p:cNvPr id="687145" name="矩形 687144"/>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1.1</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sp>
        <p:nvSpPr>
          <p:cNvPr id="44073" name="矩形 687145"/>
          <p:cNvSpPr/>
          <p:nvPr/>
        </p:nvSpPr>
        <p:spPr>
          <a:xfrm>
            <a:off x="3205163" y="5410200"/>
            <a:ext cx="909637" cy="688975"/>
          </a:xfrm>
          <a:prstGeom prst="rect">
            <a:avLst/>
          </a:prstGeom>
          <a:noFill/>
          <a:ln w="20701">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87147" name="直接连接符 687146"/>
          <p:cNvSpPr/>
          <p:nvPr/>
        </p:nvSpPr>
        <p:spPr>
          <a:xfrm>
            <a:off x="3429000" y="3124200"/>
            <a:ext cx="0" cy="304800"/>
          </a:xfrm>
          <a:prstGeom prst="line">
            <a:avLst/>
          </a:prstGeom>
          <a:ln w="28575" cap="flat" cmpd="sng">
            <a:solidFill>
              <a:schemeClr val="folHlink"/>
            </a:solidFill>
            <a:prstDash val="solid"/>
            <a:round/>
            <a:headEnd type="none" w="med" len="med"/>
            <a:tailEnd type="stealth" w="med" len="med"/>
          </a:ln>
        </p:spPr>
      </p:sp>
      <p:sp>
        <p:nvSpPr>
          <p:cNvPr id="687148" name="直接连接符 687147"/>
          <p:cNvSpPr/>
          <p:nvPr/>
        </p:nvSpPr>
        <p:spPr>
          <a:xfrm flipV="1">
            <a:off x="4267200" y="3733800"/>
            <a:ext cx="0" cy="152400"/>
          </a:xfrm>
          <a:prstGeom prst="line">
            <a:avLst/>
          </a:prstGeom>
          <a:ln w="28575" cap="flat" cmpd="sng">
            <a:solidFill>
              <a:schemeClr val="folHlink"/>
            </a:solidFill>
            <a:prstDash val="solid"/>
            <a:round/>
            <a:headEnd type="none" w="med" len="med"/>
            <a:tailEnd type="none" w="med" len="med"/>
          </a:ln>
        </p:spPr>
      </p:sp>
      <p:grpSp>
        <p:nvGrpSpPr>
          <p:cNvPr id="687149" name="组合 687148"/>
          <p:cNvGrpSpPr/>
          <p:nvPr/>
        </p:nvGrpSpPr>
        <p:grpSpPr>
          <a:xfrm>
            <a:off x="3706813" y="4114800"/>
            <a:ext cx="152400" cy="1600200"/>
            <a:chOff x="2352" y="2592"/>
            <a:chExt cx="96" cy="1008"/>
          </a:xfrm>
        </p:grpSpPr>
        <p:sp>
          <p:nvSpPr>
            <p:cNvPr id="44077" name="直接连接符 687149"/>
            <p:cNvSpPr/>
            <p:nvPr/>
          </p:nvSpPr>
          <p:spPr>
            <a:xfrm>
              <a:off x="2352" y="2592"/>
              <a:ext cx="96" cy="0"/>
            </a:xfrm>
            <a:prstGeom prst="line">
              <a:avLst/>
            </a:prstGeom>
            <a:ln w="28575" cap="flat" cmpd="sng">
              <a:solidFill>
                <a:schemeClr val="folHlink"/>
              </a:solidFill>
              <a:prstDash val="solid"/>
              <a:round/>
              <a:headEnd type="none" w="med" len="med"/>
              <a:tailEnd type="stealth" w="med" len="med"/>
            </a:ln>
          </p:spPr>
        </p:sp>
        <p:sp>
          <p:nvSpPr>
            <p:cNvPr id="44078" name="直接连接符 687150"/>
            <p:cNvSpPr/>
            <p:nvPr/>
          </p:nvSpPr>
          <p:spPr>
            <a:xfrm flipV="1">
              <a:off x="2352" y="2592"/>
              <a:ext cx="0" cy="1008"/>
            </a:xfrm>
            <a:prstGeom prst="line">
              <a:avLst/>
            </a:prstGeom>
            <a:ln w="28575" cap="flat" cmpd="sng">
              <a:solidFill>
                <a:schemeClr val="folHlink"/>
              </a:solidFill>
              <a:prstDash val="solid"/>
              <a:round/>
              <a:headEnd type="none" w="med" len="med"/>
              <a:tailEnd type="none" w="med" len="med"/>
            </a:ln>
          </p:spPr>
        </p:sp>
      </p:grpSp>
      <p:grpSp>
        <p:nvGrpSpPr>
          <p:cNvPr id="687152" name="组合 687151"/>
          <p:cNvGrpSpPr/>
          <p:nvPr/>
        </p:nvGrpSpPr>
        <p:grpSpPr>
          <a:xfrm>
            <a:off x="463550" y="1905000"/>
            <a:ext cx="8459788" cy="4495800"/>
            <a:chOff x="292" y="1200"/>
            <a:chExt cx="5329" cy="2832"/>
          </a:xfrm>
        </p:grpSpPr>
        <p:sp>
          <p:nvSpPr>
            <p:cNvPr id="44080" name="矩形 687152"/>
            <p:cNvSpPr/>
            <p:nvPr/>
          </p:nvSpPr>
          <p:spPr>
            <a:xfrm>
              <a:off x="1876" y="2246"/>
              <a:ext cx="572" cy="230"/>
            </a:xfrm>
            <a:prstGeom prst="rect">
              <a:avLst/>
            </a:prstGeom>
            <a:noFill/>
            <a:ln w="9525">
              <a:noFill/>
            </a:ln>
          </p:spPr>
          <p:txBody>
            <a:bodyPr lIns="0" tIns="0" rIns="0" bIns="0" anchor="t" anchorCtr="0">
              <a:spAutoFit/>
            </a:bodyPr>
            <a:lstStyle/>
            <a:p>
              <a:pPr>
                <a:spcBef>
                  <a:spcPct val="20000"/>
                </a:spcBef>
              </a:pPr>
              <a:r>
                <a:rPr lang="en-US" altLang="zh-CN" b="1">
                  <a:latin typeface="Times New Roman" panose="02020603050405020304" pitchFamily="18" charset="0"/>
                  <a:ea typeface="宋体" panose="02010600030101010101" pitchFamily="2" charset="-122"/>
                </a:rPr>
                <a:t>CU</a:t>
              </a:r>
              <a:endParaRPr lang="en-US" altLang="zh-CN" b="1">
                <a:latin typeface="宋体" panose="02010600030101010101" pitchFamily="2" charset="-122"/>
                <a:ea typeface="宋体" panose="02010600030101010101" pitchFamily="2" charset="-122"/>
              </a:endParaRPr>
            </a:p>
          </p:txBody>
        </p:sp>
        <p:sp>
          <p:nvSpPr>
            <p:cNvPr id="44081" name="矩形 687153"/>
            <p:cNvSpPr/>
            <p:nvPr/>
          </p:nvSpPr>
          <p:spPr>
            <a:xfrm>
              <a:off x="1818" y="2636"/>
              <a:ext cx="592" cy="230"/>
            </a:xfrm>
            <a:prstGeom prst="rect">
              <a:avLst/>
            </a:prstGeom>
            <a:noFill/>
            <a:ln w="9525">
              <a:noFill/>
            </a:ln>
          </p:spPr>
          <p:txBody>
            <a:bodyPr lIns="0" tIns="0" rIns="0" bIns="0" anchor="t" anchorCtr="0">
              <a:spAutoFit/>
            </a:bodyPr>
            <a:lstStyle/>
            <a:p>
              <a:pPr>
                <a:spcBef>
                  <a:spcPct val="20000"/>
                </a:spcBef>
              </a:pPr>
              <a:r>
                <a:rPr lang="zh-CN" altLang="en-US" b="1" dirty="0">
                  <a:latin typeface="宋体" panose="02010600030101010101" pitchFamily="2" charset="-122"/>
                  <a:ea typeface="宋体" panose="02010600030101010101" pitchFamily="2" charset="-122"/>
                </a:rPr>
                <a:t>控制</a:t>
              </a:r>
            </a:p>
          </p:txBody>
        </p:sp>
        <p:sp>
          <p:nvSpPr>
            <p:cNvPr id="44082" name="矩形 687154"/>
            <p:cNvSpPr/>
            <p:nvPr/>
          </p:nvSpPr>
          <p:spPr>
            <a:xfrm>
              <a:off x="1818" y="3045"/>
              <a:ext cx="521" cy="230"/>
            </a:xfrm>
            <a:prstGeom prst="rect">
              <a:avLst/>
            </a:prstGeom>
            <a:noFill/>
            <a:ln w="9525">
              <a:noFill/>
            </a:ln>
          </p:spPr>
          <p:txBody>
            <a:bodyPr lIns="0" tIns="0" rIns="0" bIns="0" anchor="t" anchorCtr="0">
              <a:spAutoFit/>
            </a:bodyPr>
            <a:lstStyle/>
            <a:p>
              <a:pPr>
                <a:spcBef>
                  <a:spcPct val="20000"/>
                </a:spcBef>
              </a:pPr>
              <a:r>
                <a:rPr lang="zh-CN" altLang="en-US" b="1" dirty="0">
                  <a:latin typeface="宋体" panose="02010600030101010101" pitchFamily="2" charset="-122"/>
                  <a:ea typeface="宋体" panose="02010600030101010101" pitchFamily="2" charset="-122"/>
                </a:rPr>
                <a:t>单元</a:t>
              </a:r>
            </a:p>
          </p:txBody>
        </p:sp>
        <p:grpSp>
          <p:nvGrpSpPr>
            <p:cNvPr id="44083" name="组合 687155"/>
            <p:cNvGrpSpPr/>
            <p:nvPr/>
          </p:nvGrpSpPr>
          <p:grpSpPr>
            <a:xfrm>
              <a:off x="292" y="1200"/>
              <a:ext cx="5329" cy="2832"/>
              <a:chOff x="292" y="1200"/>
              <a:chExt cx="5329" cy="2832"/>
            </a:xfrm>
          </p:grpSpPr>
          <p:grpSp>
            <p:nvGrpSpPr>
              <p:cNvPr id="44084" name="组合 687156"/>
              <p:cNvGrpSpPr/>
              <p:nvPr/>
            </p:nvGrpSpPr>
            <p:grpSpPr>
              <a:xfrm>
                <a:off x="3456" y="1200"/>
                <a:ext cx="1584" cy="2832"/>
                <a:chOff x="3456" y="1200"/>
                <a:chExt cx="1584" cy="2832"/>
              </a:xfrm>
            </p:grpSpPr>
            <p:sp>
              <p:nvSpPr>
                <p:cNvPr id="44085" name="矩形 687157"/>
                <p:cNvSpPr/>
                <p:nvPr/>
              </p:nvSpPr>
              <p:spPr>
                <a:xfrm>
                  <a:off x="3456" y="1200"/>
                  <a:ext cx="1584" cy="2832"/>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44086" name="组合 687158"/>
                <p:cNvGrpSpPr/>
                <p:nvPr/>
              </p:nvGrpSpPr>
              <p:grpSpPr>
                <a:xfrm>
                  <a:off x="3648" y="3667"/>
                  <a:ext cx="1216" cy="365"/>
                  <a:chOff x="3648" y="3667"/>
                  <a:chExt cx="1216" cy="365"/>
                </a:xfrm>
              </p:grpSpPr>
              <p:sp>
                <p:nvSpPr>
                  <p:cNvPr id="44087" name="矩形 687159"/>
                  <p:cNvSpPr/>
                  <p:nvPr/>
                </p:nvSpPr>
                <p:spPr>
                  <a:xfrm>
                    <a:off x="3648" y="3667"/>
                    <a:ext cx="1200" cy="365"/>
                  </a:xfrm>
                  <a:prstGeom prst="rect">
                    <a:avLst/>
                  </a:prstGeom>
                  <a:noFill/>
                  <a:ln w="1587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088" name="矩形 687160"/>
                  <p:cNvSpPr/>
                  <p:nvPr/>
                </p:nvSpPr>
                <p:spPr>
                  <a:xfrm>
                    <a:off x="3797" y="3686"/>
                    <a:ext cx="1067" cy="269"/>
                  </a:xfrm>
                  <a:prstGeom prst="rect">
                    <a:avLst/>
                  </a:prstGeom>
                  <a:noFill/>
                  <a:ln w="9525">
                    <a:noFill/>
                  </a:ln>
                </p:spPr>
                <p:txBody>
                  <a:bodyPr lIns="0" tIns="0" rIns="0" bIns="0"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主存储器</a:t>
                    </a:r>
                  </a:p>
                </p:txBody>
              </p:sp>
            </p:grpSp>
            <p:grpSp>
              <p:nvGrpSpPr>
                <p:cNvPr id="44089" name="组合 687161"/>
                <p:cNvGrpSpPr/>
                <p:nvPr/>
              </p:nvGrpSpPr>
              <p:grpSpPr>
                <a:xfrm>
                  <a:off x="3552" y="2832"/>
                  <a:ext cx="1376" cy="576"/>
                  <a:chOff x="3552" y="2832"/>
                  <a:chExt cx="1376" cy="576"/>
                </a:xfrm>
              </p:grpSpPr>
              <p:sp>
                <p:nvSpPr>
                  <p:cNvPr id="44090" name="矩形 687162"/>
                  <p:cNvSpPr/>
                  <p:nvPr/>
                </p:nvSpPr>
                <p:spPr>
                  <a:xfrm>
                    <a:off x="4266" y="2832"/>
                    <a:ext cx="630" cy="576"/>
                  </a:xfrm>
                  <a:prstGeom prst="rect">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091" name="矩形 687163"/>
                  <p:cNvSpPr/>
                  <p:nvPr/>
                </p:nvSpPr>
                <p:spPr>
                  <a:xfrm>
                    <a:off x="4354" y="2985"/>
                    <a:ext cx="574" cy="230"/>
                  </a:xfrm>
                  <a:prstGeom prst="rect">
                    <a:avLst/>
                  </a:prstGeom>
                  <a:noFill/>
                  <a:ln w="28575">
                    <a:noFill/>
                  </a:ln>
                </p:spPr>
                <p:txBody>
                  <a:bodyPr lIns="0" tIns="0" rIns="0" bIns="0" anchor="t" anchorCtr="0">
                    <a:spAutoFit/>
                  </a:bodyPr>
                  <a:lstStyle/>
                  <a:p>
                    <a:pPr>
                      <a:spcBef>
                        <a:spcPct val="20000"/>
                      </a:spcBef>
                    </a:pPr>
                    <a:r>
                      <a:rPr lang="en-US" altLang="zh-CN" b="1">
                        <a:latin typeface="Times New Roman" panose="02020603050405020304" pitchFamily="18" charset="0"/>
                        <a:ea typeface="宋体" panose="02010600030101010101" pitchFamily="2" charset="-122"/>
                      </a:rPr>
                      <a:t>MDR</a:t>
                    </a:r>
                    <a:endParaRPr lang="en-US" altLang="zh-CN" b="1">
                      <a:latin typeface="宋体" panose="02010600030101010101" pitchFamily="2" charset="-122"/>
                      <a:ea typeface="宋体" panose="02010600030101010101" pitchFamily="2" charset="-122"/>
                    </a:endParaRPr>
                  </a:p>
                </p:txBody>
              </p:sp>
              <p:sp>
                <p:nvSpPr>
                  <p:cNvPr id="44092" name="矩形 687164"/>
                  <p:cNvSpPr/>
                  <p:nvPr/>
                </p:nvSpPr>
                <p:spPr>
                  <a:xfrm>
                    <a:off x="3552" y="2832"/>
                    <a:ext cx="624" cy="576"/>
                  </a:xfrm>
                  <a:prstGeom prst="rect">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093" name="矩形 687165"/>
                  <p:cNvSpPr/>
                  <p:nvPr/>
                </p:nvSpPr>
                <p:spPr>
                  <a:xfrm>
                    <a:off x="3631" y="2985"/>
                    <a:ext cx="628" cy="230"/>
                  </a:xfrm>
                  <a:prstGeom prst="rect">
                    <a:avLst/>
                  </a:prstGeom>
                  <a:noFill/>
                  <a:ln w="28575">
                    <a:noFill/>
                  </a:ln>
                </p:spPr>
                <p:txBody>
                  <a:bodyPr lIns="0" tIns="0" rIns="0" bIns="0" anchor="t" anchorCtr="0">
                    <a:spAutoFit/>
                  </a:bodyPr>
                  <a:lstStyle/>
                  <a:p>
                    <a:pPr>
                      <a:spcBef>
                        <a:spcPct val="20000"/>
                      </a:spcBef>
                    </a:pPr>
                    <a:r>
                      <a:rPr lang="en-US" altLang="zh-CN" b="1">
                        <a:latin typeface="Times New Roman" panose="02020603050405020304" pitchFamily="18" charset="0"/>
                        <a:ea typeface="宋体" panose="02010600030101010101" pitchFamily="2" charset="-122"/>
                      </a:rPr>
                      <a:t>MAR</a:t>
                    </a:r>
                    <a:endParaRPr lang="en-US" altLang="zh-CN" b="1">
                      <a:latin typeface="宋体" panose="02010600030101010101" pitchFamily="2" charset="-122"/>
                      <a:ea typeface="宋体" panose="02010600030101010101" pitchFamily="2" charset="-122"/>
                    </a:endParaRPr>
                  </a:p>
                </p:txBody>
              </p:sp>
            </p:grpSp>
            <p:grpSp>
              <p:nvGrpSpPr>
                <p:cNvPr id="44094" name="组合 687166"/>
                <p:cNvGrpSpPr/>
                <p:nvPr/>
              </p:nvGrpSpPr>
              <p:grpSpPr>
                <a:xfrm>
                  <a:off x="3552" y="1344"/>
                  <a:ext cx="1392" cy="912"/>
                  <a:chOff x="3552" y="1344"/>
                  <a:chExt cx="1392" cy="912"/>
                </a:xfrm>
              </p:grpSpPr>
              <p:sp>
                <p:nvSpPr>
                  <p:cNvPr id="44095" name="矩形 687167"/>
                  <p:cNvSpPr/>
                  <p:nvPr/>
                </p:nvSpPr>
                <p:spPr>
                  <a:xfrm>
                    <a:off x="3552" y="1344"/>
                    <a:ext cx="1392" cy="912"/>
                  </a:xfrm>
                  <a:prstGeom prst="rect">
                    <a:avLst/>
                  </a:prstGeom>
                  <a:noFill/>
                  <a:ln w="28575"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096" name="文本框 687168"/>
                  <p:cNvSpPr txBox="1"/>
                  <p:nvPr/>
                </p:nvSpPr>
                <p:spPr>
                  <a:xfrm>
                    <a:off x="3772" y="1569"/>
                    <a:ext cx="980" cy="404"/>
                  </a:xfrm>
                  <a:prstGeom prst="rect">
                    <a:avLst/>
                  </a:prstGeom>
                  <a:noFill/>
                  <a:ln w="9525">
                    <a:noFill/>
                  </a:ln>
                </p:spPr>
                <p:txBody>
                  <a:bodyPr wrap="none" anchor="t" anchorCtr="0">
                    <a:spAutoFit/>
                  </a:bodyPr>
                  <a:lstStyle/>
                  <a:p>
                    <a:pPr algn="ctr">
                      <a:spcBef>
                        <a:spcPct val="20000"/>
                      </a:spcBef>
                    </a:pPr>
                    <a:r>
                      <a:rPr lang="zh-CN" altLang="en-US" sz="3600" b="1" dirty="0">
                        <a:latin typeface="宋体" panose="02010600030101010101" pitchFamily="2" charset="-122"/>
                        <a:ea typeface="宋体" panose="02010600030101010101" pitchFamily="2" charset="-122"/>
                      </a:rPr>
                      <a:t>存储体</a:t>
                    </a:r>
                  </a:p>
                </p:txBody>
              </p:sp>
            </p:grpSp>
          </p:grpSp>
          <p:grpSp>
            <p:nvGrpSpPr>
              <p:cNvPr id="44097" name="组合 687169"/>
              <p:cNvGrpSpPr/>
              <p:nvPr/>
            </p:nvGrpSpPr>
            <p:grpSpPr>
              <a:xfrm>
                <a:off x="292" y="1200"/>
                <a:ext cx="2876" cy="2830"/>
                <a:chOff x="292" y="1200"/>
                <a:chExt cx="2876" cy="2830"/>
              </a:xfrm>
            </p:grpSpPr>
            <p:sp>
              <p:nvSpPr>
                <p:cNvPr id="44098" name="矩形 687170"/>
                <p:cNvSpPr/>
                <p:nvPr/>
              </p:nvSpPr>
              <p:spPr>
                <a:xfrm>
                  <a:off x="292" y="1200"/>
                  <a:ext cx="2828" cy="2830"/>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099" name="矩形 687171"/>
                <p:cNvSpPr/>
                <p:nvPr/>
              </p:nvSpPr>
              <p:spPr>
                <a:xfrm>
                  <a:off x="1360" y="1248"/>
                  <a:ext cx="526" cy="307"/>
                </a:xfrm>
                <a:prstGeom prst="rect">
                  <a:avLst/>
                </a:prstGeom>
                <a:noFill/>
                <a:ln w="9525">
                  <a:noFill/>
                </a:ln>
              </p:spPr>
              <p:txBody>
                <a:bodyPr wrap="none" lIns="0" tIns="0" rIns="0" bIns="0" anchor="t" anchorCtr="0">
                  <a:spAutoFit/>
                </a:bodyPr>
                <a:lstStyle/>
                <a:p>
                  <a:pPr algn="ctr">
                    <a:spcBef>
                      <a:spcPct val="20000"/>
                    </a:spcBef>
                  </a:pPr>
                  <a:r>
                    <a:rPr lang="en-US" altLang="zh-CN" sz="3200" b="1">
                      <a:latin typeface="Times New Roman" panose="02020603050405020304" pitchFamily="18" charset="0"/>
                      <a:ea typeface="宋体" panose="02010600030101010101" pitchFamily="2" charset="-122"/>
                    </a:rPr>
                    <a:t>CPU</a:t>
                  </a:r>
                  <a:endParaRPr lang="en-US" altLang="zh-CN" sz="3200" b="1">
                    <a:latin typeface="宋体" panose="02010600030101010101" pitchFamily="2" charset="-122"/>
                    <a:ea typeface="宋体" panose="02010600030101010101" pitchFamily="2" charset="-122"/>
                  </a:endParaRPr>
                </a:p>
              </p:txBody>
            </p:sp>
            <p:grpSp>
              <p:nvGrpSpPr>
                <p:cNvPr id="44100" name="组合 687172"/>
                <p:cNvGrpSpPr/>
                <p:nvPr/>
              </p:nvGrpSpPr>
              <p:grpSpPr>
                <a:xfrm>
                  <a:off x="1680" y="1584"/>
                  <a:ext cx="1488" cy="2352"/>
                  <a:chOff x="1680" y="1584"/>
                  <a:chExt cx="1488" cy="2352"/>
                </a:xfrm>
              </p:grpSpPr>
              <p:grpSp>
                <p:nvGrpSpPr>
                  <p:cNvPr id="44101" name="组合 687173"/>
                  <p:cNvGrpSpPr/>
                  <p:nvPr/>
                </p:nvGrpSpPr>
                <p:grpSpPr>
                  <a:xfrm>
                    <a:off x="2427" y="2980"/>
                    <a:ext cx="741" cy="284"/>
                    <a:chOff x="2427" y="2980"/>
                    <a:chExt cx="741" cy="284"/>
                  </a:xfrm>
                </p:grpSpPr>
                <p:sp>
                  <p:nvSpPr>
                    <p:cNvPr id="44102" name="矩形 687174"/>
                    <p:cNvSpPr/>
                    <p:nvPr/>
                  </p:nvSpPr>
                  <p:spPr>
                    <a:xfrm>
                      <a:off x="2427" y="2980"/>
                      <a:ext cx="438" cy="284"/>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103" name="矩形 687175"/>
                    <p:cNvSpPr/>
                    <p:nvPr/>
                  </p:nvSpPr>
                  <p:spPr>
                    <a:xfrm>
                      <a:off x="2511" y="2980"/>
                      <a:ext cx="657" cy="269"/>
                    </a:xfrm>
                    <a:prstGeom prst="rect">
                      <a:avLst/>
                    </a:prstGeom>
                    <a:noFill/>
                    <a:ln w="9525">
                      <a:noFill/>
                    </a:ln>
                  </p:spPr>
                  <p:txBody>
                    <a:bodyPr lIns="0" tIns="0" rIns="0" bIns="0" anchor="t" anchorCtr="0">
                      <a:spAutoFit/>
                    </a:bodyPr>
                    <a:lstStyle/>
                    <a:p>
                      <a:pPr>
                        <a:spcBef>
                          <a:spcPct val="20000"/>
                        </a:spcBef>
                      </a:pPr>
                      <a:r>
                        <a:rPr lang="en-US" altLang="zh-CN" sz="2800" b="1">
                          <a:latin typeface="Times New Roman" panose="02020603050405020304" pitchFamily="18" charset="0"/>
                          <a:ea typeface="宋体" panose="02010600030101010101" pitchFamily="2" charset="-122"/>
                        </a:rPr>
                        <a:t>PC</a:t>
                      </a:r>
                      <a:endParaRPr lang="en-US" altLang="zh-CN" sz="2800" b="1">
                        <a:latin typeface="宋体" panose="02010600030101010101" pitchFamily="2" charset="-122"/>
                        <a:ea typeface="宋体" panose="02010600030101010101" pitchFamily="2" charset="-122"/>
                      </a:endParaRPr>
                    </a:p>
                  </p:txBody>
                </p:sp>
              </p:grpSp>
              <p:sp>
                <p:nvSpPr>
                  <p:cNvPr id="44104" name="矩形 687176"/>
                  <p:cNvSpPr/>
                  <p:nvPr/>
                </p:nvSpPr>
                <p:spPr>
                  <a:xfrm>
                    <a:off x="2064" y="3610"/>
                    <a:ext cx="816" cy="230"/>
                  </a:xfrm>
                  <a:prstGeom prst="rect">
                    <a:avLst/>
                  </a:prstGeom>
                  <a:noFill/>
                  <a:ln w="9525">
                    <a:noFill/>
                  </a:ln>
                </p:spPr>
                <p:txBody>
                  <a:bodyPr lIns="0" tIns="0" rIns="0" bIns="0" anchor="t" anchorCtr="0">
                    <a:spAutoFit/>
                  </a:bodyPr>
                  <a:lstStyle/>
                  <a:p>
                    <a:pPr>
                      <a:spcBef>
                        <a:spcPct val="20000"/>
                      </a:spcBef>
                    </a:pPr>
                    <a:r>
                      <a:rPr lang="zh-CN" altLang="en-US" b="1" dirty="0">
                        <a:latin typeface="宋体" panose="02010600030101010101" pitchFamily="2" charset="-122"/>
                        <a:ea typeface="宋体" panose="02010600030101010101" pitchFamily="2" charset="-122"/>
                      </a:rPr>
                      <a:t>控制器</a:t>
                    </a:r>
                  </a:p>
                </p:txBody>
              </p:sp>
              <p:sp>
                <p:nvSpPr>
                  <p:cNvPr id="44105" name="矩形 687177"/>
                  <p:cNvSpPr/>
                  <p:nvPr/>
                </p:nvSpPr>
                <p:spPr>
                  <a:xfrm>
                    <a:off x="1778" y="2160"/>
                    <a:ext cx="478" cy="1300"/>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44106" name="组合 687178"/>
                  <p:cNvGrpSpPr/>
                  <p:nvPr/>
                </p:nvGrpSpPr>
                <p:grpSpPr>
                  <a:xfrm>
                    <a:off x="2427" y="2453"/>
                    <a:ext cx="693" cy="283"/>
                    <a:chOff x="2427" y="2453"/>
                    <a:chExt cx="693" cy="283"/>
                  </a:xfrm>
                </p:grpSpPr>
                <p:sp>
                  <p:nvSpPr>
                    <p:cNvPr id="44107" name="矩形 687179"/>
                    <p:cNvSpPr/>
                    <p:nvPr/>
                  </p:nvSpPr>
                  <p:spPr>
                    <a:xfrm>
                      <a:off x="2427" y="2453"/>
                      <a:ext cx="438" cy="283"/>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108" name="矩形 687180"/>
                    <p:cNvSpPr/>
                    <p:nvPr/>
                  </p:nvSpPr>
                  <p:spPr>
                    <a:xfrm>
                      <a:off x="2520" y="2453"/>
                      <a:ext cx="600" cy="269"/>
                    </a:xfrm>
                    <a:prstGeom prst="rect">
                      <a:avLst/>
                    </a:prstGeom>
                    <a:noFill/>
                    <a:ln w="9525">
                      <a:noFill/>
                    </a:ln>
                  </p:spPr>
                  <p:txBody>
                    <a:bodyPr lIns="0" tIns="0" rIns="0" bIns="0" anchor="t" anchorCtr="0">
                      <a:spAutoFit/>
                    </a:bodyPr>
                    <a:lstStyle/>
                    <a:p>
                      <a:pPr>
                        <a:spcBef>
                          <a:spcPct val="20000"/>
                        </a:spcBef>
                      </a:pPr>
                      <a:r>
                        <a:rPr lang="en-US" altLang="zh-CN" sz="2800" b="1">
                          <a:latin typeface="Times New Roman" panose="02020603050405020304" pitchFamily="18" charset="0"/>
                          <a:ea typeface="宋体" panose="02010600030101010101" pitchFamily="2" charset="-122"/>
                        </a:rPr>
                        <a:t>IR</a:t>
                      </a:r>
                      <a:endParaRPr lang="en-US" altLang="zh-CN" sz="2800" b="1">
                        <a:latin typeface="宋体" panose="02010600030101010101" pitchFamily="2" charset="-122"/>
                        <a:ea typeface="宋体" panose="02010600030101010101" pitchFamily="2" charset="-122"/>
                      </a:endParaRPr>
                    </a:p>
                  </p:txBody>
                </p:sp>
              </p:grpSp>
              <p:sp>
                <p:nvSpPr>
                  <p:cNvPr id="44109" name="矩形 687181"/>
                  <p:cNvSpPr/>
                  <p:nvPr/>
                </p:nvSpPr>
                <p:spPr>
                  <a:xfrm>
                    <a:off x="1680" y="1584"/>
                    <a:ext cx="1296" cy="2352"/>
                  </a:xfrm>
                  <a:prstGeom prst="rect">
                    <a:avLst/>
                  </a:prstGeom>
                  <a:noFill/>
                  <a:ln w="28575" cap="flat" cmpd="sng">
                    <a:solidFill>
                      <a:schemeClr val="folHlink"/>
                    </a:solidFill>
                    <a:prstDash val="lgDash"/>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110" name="直接连接符 687182"/>
                  <p:cNvSpPr/>
                  <p:nvPr/>
                </p:nvSpPr>
                <p:spPr>
                  <a:xfrm flipV="1">
                    <a:off x="1848" y="1584"/>
                    <a:ext cx="0" cy="576"/>
                  </a:xfrm>
                  <a:prstGeom prst="line">
                    <a:avLst/>
                  </a:prstGeom>
                  <a:ln w="28575" cap="flat" cmpd="sng">
                    <a:solidFill>
                      <a:schemeClr val="folHlink"/>
                    </a:solidFill>
                    <a:prstDash val="solid"/>
                    <a:round/>
                    <a:headEnd type="none" w="med" len="med"/>
                    <a:tailEnd type="stealth" w="med" len="med"/>
                  </a:ln>
                </p:spPr>
              </p:sp>
              <p:sp>
                <p:nvSpPr>
                  <p:cNvPr id="44111" name="直接连接符 687183"/>
                  <p:cNvSpPr/>
                  <p:nvPr/>
                </p:nvSpPr>
                <p:spPr>
                  <a:xfrm flipV="1">
                    <a:off x="2064" y="1584"/>
                    <a:ext cx="0" cy="576"/>
                  </a:xfrm>
                  <a:prstGeom prst="line">
                    <a:avLst/>
                  </a:prstGeom>
                  <a:ln w="28575" cap="flat" cmpd="sng">
                    <a:solidFill>
                      <a:schemeClr val="folHlink"/>
                    </a:solidFill>
                    <a:prstDash val="solid"/>
                    <a:round/>
                    <a:headEnd type="none" w="med" len="med"/>
                    <a:tailEnd type="stealth" w="med" len="med"/>
                  </a:ln>
                </p:spPr>
              </p:sp>
              <p:sp>
                <p:nvSpPr>
                  <p:cNvPr id="44112" name="文本框 687184"/>
                  <p:cNvSpPr txBox="1"/>
                  <p:nvPr/>
                </p:nvSpPr>
                <p:spPr>
                  <a:xfrm>
                    <a:off x="1814" y="1754"/>
                    <a:ext cx="308" cy="288"/>
                  </a:xfrm>
                  <a:prstGeom prst="rect">
                    <a:avLst/>
                  </a:prstGeom>
                  <a:noFill/>
                  <a:ln w="9525">
                    <a:noFill/>
                  </a:ln>
                </p:spPr>
                <p:txBody>
                  <a:bodyPr wrap="none" anchor="t" anchorCtr="0">
                    <a:spAutoFit/>
                  </a:bodyPr>
                  <a:lstStyle/>
                  <a:p>
                    <a:pPr>
                      <a:spcBef>
                        <a:spcPct val="20000"/>
                      </a:spcBef>
                    </a:pPr>
                    <a:r>
                      <a:rPr lang="en-US" altLang="zh-CN" b="1">
                        <a:solidFill>
                          <a:schemeClr val="folHlink"/>
                        </a:solidFill>
                        <a:latin typeface="Times New Roman" panose="02020603050405020304" pitchFamily="18" charset="0"/>
                        <a:ea typeface="宋体" panose="02010600030101010101" pitchFamily="2" charset="-122"/>
                      </a:rPr>
                      <a:t>…</a:t>
                    </a:r>
                    <a:endParaRPr lang="en-US" altLang="zh-CN" b="1">
                      <a:solidFill>
                        <a:schemeClr val="folHlink"/>
                      </a:solidFill>
                      <a:latin typeface="宋体" panose="02010600030101010101" pitchFamily="2" charset="-122"/>
                      <a:ea typeface="宋体" panose="02010600030101010101" pitchFamily="2" charset="-122"/>
                    </a:endParaRPr>
                  </a:p>
                </p:txBody>
              </p:sp>
            </p:grpSp>
            <p:grpSp>
              <p:nvGrpSpPr>
                <p:cNvPr id="44113" name="组合 687185"/>
                <p:cNvGrpSpPr/>
                <p:nvPr/>
              </p:nvGrpSpPr>
              <p:grpSpPr>
                <a:xfrm>
                  <a:off x="384" y="1584"/>
                  <a:ext cx="1209" cy="2352"/>
                  <a:chOff x="384" y="1584"/>
                  <a:chExt cx="1209" cy="2352"/>
                </a:xfrm>
              </p:grpSpPr>
              <p:sp>
                <p:nvSpPr>
                  <p:cNvPr id="44114" name="矩形 687186"/>
                  <p:cNvSpPr/>
                  <p:nvPr/>
                </p:nvSpPr>
                <p:spPr>
                  <a:xfrm>
                    <a:off x="779" y="3486"/>
                    <a:ext cx="495" cy="375"/>
                  </a:xfrm>
                  <a:prstGeom prst="rect">
                    <a:avLst/>
                  </a:prstGeom>
                  <a:noFill/>
                  <a:ln w="15875">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115" name="矩形 687187"/>
                  <p:cNvSpPr/>
                  <p:nvPr/>
                </p:nvSpPr>
                <p:spPr>
                  <a:xfrm>
                    <a:off x="698" y="3601"/>
                    <a:ext cx="785" cy="230"/>
                  </a:xfrm>
                  <a:prstGeom prst="rect">
                    <a:avLst/>
                  </a:prstGeom>
                  <a:noFill/>
                  <a:ln w="9525">
                    <a:noFill/>
                  </a:ln>
                </p:spPr>
                <p:txBody>
                  <a:bodyPr lIns="0" tIns="0" rIns="0" bIns="0" anchor="t" anchorCtr="0">
                    <a:spAutoFit/>
                  </a:bodyPr>
                  <a:lstStyle/>
                  <a:p>
                    <a:pPr>
                      <a:spcBef>
                        <a:spcPct val="20000"/>
                      </a:spcBef>
                    </a:pPr>
                    <a:r>
                      <a:rPr lang="zh-CN" altLang="en-US" b="1" dirty="0">
                        <a:latin typeface="宋体" panose="02010600030101010101" pitchFamily="2" charset="-122"/>
                        <a:ea typeface="宋体" panose="02010600030101010101" pitchFamily="2" charset="-122"/>
                      </a:rPr>
                      <a:t>运算器</a:t>
                    </a:r>
                  </a:p>
                </p:txBody>
              </p:sp>
              <p:sp>
                <p:nvSpPr>
                  <p:cNvPr id="44116" name="矩形 687188"/>
                  <p:cNvSpPr/>
                  <p:nvPr/>
                </p:nvSpPr>
                <p:spPr>
                  <a:xfrm>
                    <a:off x="1117" y="1988"/>
                    <a:ext cx="374" cy="282"/>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117" name="矩形 687189"/>
                  <p:cNvSpPr/>
                  <p:nvPr/>
                </p:nvSpPr>
                <p:spPr>
                  <a:xfrm>
                    <a:off x="1178" y="2038"/>
                    <a:ext cx="415" cy="173"/>
                  </a:xfrm>
                  <a:prstGeom prst="rect">
                    <a:avLst/>
                  </a:prstGeom>
                  <a:noFill/>
                  <a:ln w="9525">
                    <a:noFill/>
                  </a:ln>
                </p:spPr>
                <p:txBody>
                  <a:bodyPr lIns="0" tIns="0" rIns="0" bIns="0" anchor="t" anchorCtr="0">
                    <a:spAutoFit/>
                  </a:bodyPr>
                  <a:lstStyle/>
                  <a:p>
                    <a:pPr>
                      <a:spcBef>
                        <a:spcPct val="20000"/>
                      </a:spcBef>
                    </a:pPr>
                    <a:r>
                      <a:rPr lang="en-US" altLang="zh-CN" sz="1800" b="1">
                        <a:latin typeface="Times New Roman" panose="02020603050405020304" pitchFamily="18" charset="0"/>
                        <a:ea typeface="宋体" panose="02010600030101010101" pitchFamily="2" charset="-122"/>
                      </a:rPr>
                      <a:t>MQ</a:t>
                    </a:r>
                    <a:endParaRPr lang="en-US" altLang="zh-CN" sz="4000" b="1">
                      <a:latin typeface="宋体" panose="02010600030101010101" pitchFamily="2" charset="-122"/>
                      <a:ea typeface="宋体" panose="02010600030101010101" pitchFamily="2" charset="-122"/>
                    </a:endParaRPr>
                  </a:p>
                </p:txBody>
              </p:sp>
              <p:sp>
                <p:nvSpPr>
                  <p:cNvPr id="44118" name="任意多边形 687190"/>
                  <p:cNvSpPr/>
                  <p:nvPr/>
                </p:nvSpPr>
                <p:spPr>
                  <a:xfrm>
                    <a:off x="772" y="2272"/>
                    <a:ext cx="94" cy="317"/>
                  </a:xfrm>
                  <a:custGeom>
                    <a:avLst/>
                    <a:gdLst/>
                    <a:ahLst/>
                    <a:cxnLst/>
                    <a:rect l="0" t="0" r="0" b="0"/>
                    <a:pathLst>
                      <a:path w="120" h="315">
                        <a:moveTo>
                          <a:pt x="0" y="80"/>
                        </a:moveTo>
                        <a:lnTo>
                          <a:pt x="30" y="80"/>
                        </a:lnTo>
                        <a:lnTo>
                          <a:pt x="30" y="315"/>
                        </a:lnTo>
                        <a:lnTo>
                          <a:pt x="89" y="315"/>
                        </a:lnTo>
                        <a:lnTo>
                          <a:pt x="89" y="80"/>
                        </a:lnTo>
                        <a:lnTo>
                          <a:pt x="120" y="80"/>
                        </a:lnTo>
                        <a:lnTo>
                          <a:pt x="59" y="0"/>
                        </a:lnTo>
                        <a:lnTo>
                          <a:pt x="0" y="80"/>
                        </a:lnTo>
                        <a:close/>
                      </a:path>
                    </a:pathLst>
                  </a:custGeom>
                  <a:noFill/>
                  <a:ln w="15875" cap="flat" cmpd="sng">
                    <a:solidFill>
                      <a:schemeClr val="folHlink"/>
                    </a:solidFill>
                    <a:prstDash val="solid"/>
                    <a:round/>
                    <a:headEnd type="none" w="med" len="med"/>
                    <a:tailEnd type="none" w="med" len="med"/>
                  </a:ln>
                </p:spPr>
                <p:txBody>
                  <a:bodyPr/>
                  <a:lstStyle/>
                  <a:p>
                    <a:endParaRPr lang="zh-CN" altLang="en-US"/>
                  </a:p>
                </p:txBody>
              </p:sp>
              <p:sp>
                <p:nvSpPr>
                  <p:cNvPr id="44119" name="矩形 687191"/>
                  <p:cNvSpPr/>
                  <p:nvPr/>
                </p:nvSpPr>
                <p:spPr>
                  <a:xfrm>
                    <a:off x="542" y="1988"/>
                    <a:ext cx="373" cy="282"/>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120" name="矩形 687192"/>
                  <p:cNvSpPr/>
                  <p:nvPr/>
                </p:nvSpPr>
                <p:spPr>
                  <a:xfrm>
                    <a:off x="578" y="2039"/>
                    <a:ext cx="536" cy="173"/>
                  </a:xfrm>
                  <a:prstGeom prst="rect">
                    <a:avLst/>
                  </a:prstGeom>
                  <a:noFill/>
                  <a:ln w="9525">
                    <a:noFill/>
                  </a:ln>
                </p:spPr>
                <p:txBody>
                  <a:bodyPr lIns="0" tIns="0" rIns="0" bIns="0" anchor="t" anchorCtr="0">
                    <a:spAutoFit/>
                  </a:bodyPr>
                  <a:lstStyle/>
                  <a:p>
                    <a:pPr>
                      <a:spcBef>
                        <a:spcPct val="20000"/>
                      </a:spcBef>
                    </a:pPr>
                    <a:r>
                      <a:rPr lang="en-US" altLang="zh-CN" sz="1800" b="1">
                        <a:latin typeface="Times New Roman" panose="02020603050405020304" pitchFamily="18" charset="0"/>
                        <a:ea typeface="宋体" panose="02010600030101010101" pitchFamily="2" charset="-122"/>
                      </a:rPr>
                      <a:t>ACC</a:t>
                    </a:r>
                    <a:endParaRPr lang="en-US" altLang="zh-CN" sz="4000" b="1">
                      <a:latin typeface="宋体" panose="02010600030101010101" pitchFamily="2" charset="-122"/>
                      <a:ea typeface="宋体" panose="02010600030101010101" pitchFamily="2" charset="-122"/>
                    </a:endParaRPr>
                  </a:p>
                </p:txBody>
              </p:sp>
              <p:sp>
                <p:nvSpPr>
                  <p:cNvPr id="44121" name="矩形 687193"/>
                  <p:cNvSpPr/>
                  <p:nvPr/>
                </p:nvSpPr>
                <p:spPr>
                  <a:xfrm>
                    <a:off x="542" y="2591"/>
                    <a:ext cx="373" cy="281"/>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122" name="矩形 687194"/>
                  <p:cNvSpPr/>
                  <p:nvPr/>
                </p:nvSpPr>
                <p:spPr>
                  <a:xfrm>
                    <a:off x="575" y="2641"/>
                    <a:ext cx="304" cy="173"/>
                  </a:xfrm>
                  <a:prstGeom prst="rect">
                    <a:avLst/>
                  </a:prstGeom>
                  <a:noFill/>
                  <a:ln w="9525">
                    <a:noFill/>
                  </a:ln>
                </p:spPr>
                <p:txBody>
                  <a:bodyPr wrap="none" lIns="0" tIns="0" rIns="0" bIns="0" anchor="t" anchorCtr="0">
                    <a:spAutoFit/>
                  </a:bodyPr>
                  <a:lstStyle/>
                  <a:p>
                    <a:pPr algn="ctr">
                      <a:spcBef>
                        <a:spcPct val="20000"/>
                      </a:spcBef>
                    </a:pPr>
                    <a:r>
                      <a:rPr lang="en-US" altLang="zh-CN" sz="1800" b="1">
                        <a:latin typeface="Times New Roman" panose="02020603050405020304" pitchFamily="18" charset="0"/>
                        <a:ea typeface="宋体" panose="02010600030101010101" pitchFamily="2" charset="-122"/>
                      </a:rPr>
                      <a:t>ALU</a:t>
                    </a:r>
                    <a:endParaRPr lang="en-US" altLang="zh-CN" sz="4000" b="1">
                      <a:latin typeface="宋体" panose="02010600030101010101" pitchFamily="2" charset="-122"/>
                      <a:ea typeface="宋体" panose="02010600030101010101" pitchFamily="2" charset="-122"/>
                    </a:endParaRPr>
                  </a:p>
                </p:txBody>
              </p:sp>
              <p:sp>
                <p:nvSpPr>
                  <p:cNvPr id="44123" name="矩形 687195"/>
                  <p:cNvSpPr/>
                  <p:nvPr/>
                </p:nvSpPr>
                <p:spPr>
                  <a:xfrm>
                    <a:off x="539" y="3198"/>
                    <a:ext cx="373" cy="281"/>
                  </a:xfrm>
                  <a:prstGeom prst="rect">
                    <a:avLst/>
                  </a:prstGeom>
                  <a:noFill/>
                  <a:ln w="20701"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124" name="矩形 687196"/>
                  <p:cNvSpPr/>
                  <p:nvPr/>
                </p:nvSpPr>
                <p:spPr>
                  <a:xfrm>
                    <a:off x="680" y="3246"/>
                    <a:ext cx="268" cy="174"/>
                  </a:xfrm>
                  <a:prstGeom prst="rect">
                    <a:avLst/>
                  </a:prstGeom>
                  <a:noFill/>
                  <a:ln w="9525">
                    <a:noFill/>
                  </a:ln>
                </p:spPr>
                <p:txBody>
                  <a:bodyPr lIns="0" tIns="0" rIns="0" bIns="0" anchor="t" anchorCtr="0">
                    <a:spAutoFit/>
                  </a:bodyPr>
                  <a:lstStyle/>
                  <a:p>
                    <a:pPr>
                      <a:spcBef>
                        <a:spcPct val="20000"/>
                      </a:spcBef>
                    </a:pPr>
                    <a:r>
                      <a:rPr lang="en-US" altLang="zh-CN" sz="1800" b="1">
                        <a:latin typeface="Times New Roman" panose="02020603050405020304" pitchFamily="18" charset="0"/>
                        <a:ea typeface="宋体" panose="02010600030101010101" pitchFamily="2" charset="-122"/>
                      </a:rPr>
                      <a:t>X</a:t>
                    </a:r>
                    <a:endParaRPr lang="en-US" altLang="zh-CN" sz="4000" b="1">
                      <a:latin typeface="宋体" panose="02010600030101010101" pitchFamily="2" charset="-122"/>
                      <a:ea typeface="宋体" panose="02010600030101010101" pitchFamily="2" charset="-122"/>
                    </a:endParaRPr>
                  </a:p>
                </p:txBody>
              </p:sp>
              <p:sp>
                <p:nvSpPr>
                  <p:cNvPr id="44125" name="任意多边形 687197"/>
                  <p:cNvSpPr/>
                  <p:nvPr/>
                </p:nvSpPr>
                <p:spPr>
                  <a:xfrm>
                    <a:off x="682" y="2880"/>
                    <a:ext cx="92" cy="316"/>
                  </a:xfrm>
                  <a:custGeom>
                    <a:avLst/>
                    <a:gdLst/>
                    <a:ahLst/>
                    <a:cxnLst/>
                    <a:rect l="0" t="0" r="0" b="0"/>
                    <a:pathLst>
                      <a:path w="119" h="313">
                        <a:moveTo>
                          <a:pt x="0" y="77"/>
                        </a:moveTo>
                        <a:lnTo>
                          <a:pt x="30" y="77"/>
                        </a:lnTo>
                        <a:lnTo>
                          <a:pt x="30" y="313"/>
                        </a:lnTo>
                        <a:lnTo>
                          <a:pt x="89" y="313"/>
                        </a:lnTo>
                        <a:lnTo>
                          <a:pt x="89" y="77"/>
                        </a:lnTo>
                        <a:lnTo>
                          <a:pt x="119" y="77"/>
                        </a:lnTo>
                        <a:lnTo>
                          <a:pt x="60" y="0"/>
                        </a:lnTo>
                        <a:lnTo>
                          <a:pt x="0" y="77"/>
                        </a:lnTo>
                        <a:close/>
                      </a:path>
                    </a:pathLst>
                  </a:custGeom>
                  <a:noFill/>
                  <a:ln w="15875" cap="flat" cmpd="sng">
                    <a:solidFill>
                      <a:schemeClr val="folHlink"/>
                    </a:solidFill>
                    <a:prstDash val="solid"/>
                    <a:round/>
                    <a:headEnd type="none" w="med" len="med"/>
                    <a:tailEnd type="none" w="med" len="med"/>
                  </a:ln>
                </p:spPr>
                <p:txBody>
                  <a:bodyPr/>
                  <a:lstStyle/>
                  <a:p>
                    <a:endParaRPr lang="zh-CN" altLang="en-US"/>
                  </a:p>
                </p:txBody>
              </p:sp>
              <p:sp>
                <p:nvSpPr>
                  <p:cNvPr id="44126" name="矩形 687198"/>
                  <p:cNvSpPr/>
                  <p:nvPr/>
                </p:nvSpPr>
                <p:spPr>
                  <a:xfrm>
                    <a:off x="384" y="1584"/>
                    <a:ext cx="1200" cy="2352"/>
                  </a:xfrm>
                  <a:prstGeom prst="rect">
                    <a:avLst/>
                  </a:prstGeom>
                  <a:noFill/>
                  <a:ln w="28575" cap="flat" cmpd="sng">
                    <a:solidFill>
                      <a:schemeClr val="folHlink"/>
                    </a:solidFill>
                    <a:prstDash val="lgDash"/>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127" name="任意多边形 687199"/>
                  <p:cNvSpPr/>
                  <p:nvPr/>
                </p:nvSpPr>
                <p:spPr>
                  <a:xfrm rot="10800000">
                    <a:off x="576" y="2275"/>
                    <a:ext cx="94" cy="317"/>
                  </a:xfrm>
                  <a:custGeom>
                    <a:avLst/>
                    <a:gdLst/>
                    <a:ahLst/>
                    <a:cxnLst/>
                    <a:rect l="0" t="0" r="0" b="0"/>
                    <a:pathLst>
                      <a:path w="120" h="315">
                        <a:moveTo>
                          <a:pt x="0" y="80"/>
                        </a:moveTo>
                        <a:lnTo>
                          <a:pt x="30" y="80"/>
                        </a:lnTo>
                        <a:lnTo>
                          <a:pt x="30" y="315"/>
                        </a:lnTo>
                        <a:lnTo>
                          <a:pt x="89" y="315"/>
                        </a:lnTo>
                        <a:lnTo>
                          <a:pt x="89" y="80"/>
                        </a:lnTo>
                        <a:lnTo>
                          <a:pt x="120" y="80"/>
                        </a:lnTo>
                        <a:lnTo>
                          <a:pt x="59" y="0"/>
                        </a:lnTo>
                        <a:lnTo>
                          <a:pt x="0" y="80"/>
                        </a:lnTo>
                        <a:close/>
                      </a:path>
                    </a:pathLst>
                  </a:custGeom>
                  <a:noFill/>
                  <a:ln w="15875" cap="flat" cmpd="sng">
                    <a:solidFill>
                      <a:schemeClr val="folHlink"/>
                    </a:solidFill>
                    <a:prstDash val="solid"/>
                    <a:round/>
                    <a:headEnd type="none" w="med" len="med"/>
                    <a:tailEnd type="none" w="med" len="med"/>
                  </a:ln>
                </p:spPr>
                <p:txBody>
                  <a:bodyPr/>
                  <a:lstStyle/>
                  <a:p>
                    <a:endParaRPr lang="zh-CN" altLang="en-US"/>
                  </a:p>
                </p:txBody>
              </p:sp>
              <p:sp>
                <p:nvSpPr>
                  <p:cNvPr id="44128" name="任意多边形 687200"/>
                  <p:cNvSpPr/>
                  <p:nvPr/>
                </p:nvSpPr>
                <p:spPr>
                  <a:xfrm>
                    <a:off x="915" y="2064"/>
                    <a:ext cx="200" cy="1"/>
                  </a:xfrm>
                  <a:custGeom>
                    <a:avLst/>
                    <a:gdLst/>
                    <a:ahLst/>
                    <a:cxnLst/>
                    <a:rect l="0" t="0" r="0" b="0"/>
                    <a:pathLst>
                      <a:path w="200" h="1">
                        <a:moveTo>
                          <a:pt x="0" y="0"/>
                        </a:moveTo>
                        <a:lnTo>
                          <a:pt x="200" y="0"/>
                        </a:lnTo>
                      </a:path>
                    </a:pathLst>
                  </a:custGeom>
                  <a:noFill/>
                  <a:ln w="28575" cap="flat" cmpd="sng">
                    <a:solidFill>
                      <a:schemeClr val="folHlink"/>
                    </a:solidFill>
                    <a:prstDash val="solid"/>
                    <a:round/>
                    <a:headEnd type="none" w="med" len="med"/>
                    <a:tailEnd type="stealth" w="med" len="med"/>
                  </a:ln>
                </p:spPr>
                <p:txBody>
                  <a:bodyPr/>
                  <a:lstStyle/>
                  <a:p>
                    <a:endParaRPr lang="zh-CN" altLang="en-US"/>
                  </a:p>
                </p:txBody>
              </p:sp>
              <p:sp>
                <p:nvSpPr>
                  <p:cNvPr id="44129" name="任意多边形 687201"/>
                  <p:cNvSpPr/>
                  <p:nvPr/>
                </p:nvSpPr>
                <p:spPr>
                  <a:xfrm>
                    <a:off x="915" y="2184"/>
                    <a:ext cx="203" cy="1"/>
                  </a:xfrm>
                  <a:custGeom>
                    <a:avLst/>
                    <a:gdLst/>
                    <a:ahLst/>
                    <a:cxnLst/>
                    <a:rect l="0" t="0" r="0" b="0"/>
                    <a:pathLst>
                      <a:path w="203" h="1">
                        <a:moveTo>
                          <a:pt x="203" y="0"/>
                        </a:moveTo>
                        <a:lnTo>
                          <a:pt x="0" y="0"/>
                        </a:lnTo>
                      </a:path>
                    </a:pathLst>
                  </a:custGeom>
                  <a:noFill/>
                  <a:ln w="28575" cap="flat" cmpd="sng">
                    <a:solidFill>
                      <a:schemeClr val="folHlink"/>
                    </a:solidFill>
                    <a:prstDash val="solid"/>
                    <a:round/>
                    <a:headEnd type="none" w="med" len="med"/>
                    <a:tailEnd type="stealth" w="med" len="med"/>
                  </a:ln>
                </p:spPr>
                <p:txBody>
                  <a:bodyPr/>
                  <a:lstStyle/>
                  <a:p>
                    <a:endParaRPr lang="zh-CN" altLang="en-US"/>
                  </a:p>
                </p:txBody>
              </p:sp>
            </p:grpSp>
          </p:grpSp>
          <p:grpSp>
            <p:nvGrpSpPr>
              <p:cNvPr id="44130" name="组合 687202"/>
              <p:cNvGrpSpPr/>
              <p:nvPr/>
            </p:nvGrpSpPr>
            <p:grpSpPr>
              <a:xfrm>
                <a:off x="5232" y="1200"/>
                <a:ext cx="389" cy="2832"/>
                <a:chOff x="5232" y="1200"/>
                <a:chExt cx="389" cy="2832"/>
              </a:xfrm>
            </p:grpSpPr>
            <p:grpSp>
              <p:nvGrpSpPr>
                <p:cNvPr id="44131" name="组合 687203"/>
                <p:cNvGrpSpPr/>
                <p:nvPr/>
              </p:nvGrpSpPr>
              <p:grpSpPr>
                <a:xfrm>
                  <a:off x="5232" y="1200"/>
                  <a:ext cx="389" cy="2832"/>
                  <a:chOff x="5232" y="1200"/>
                  <a:chExt cx="389" cy="2832"/>
                </a:xfrm>
              </p:grpSpPr>
              <p:sp>
                <p:nvSpPr>
                  <p:cNvPr id="44132" name="矩形 687204"/>
                  <p:cNvSpPr/>
                  <p:nvPr/>
                </p:nvSpPr>
                <p:spPr>
                  <a:xfrm>
                    <a:off x="5232" y="1200"/>
                    <a:ext cx="389" cy="2832"/>
                  </a:xfrm>
                  <a:prstGeom prst="rect">
                    <a:avLst/>
                  </a:prstGeom>
                  <a:noFill/>
                  <a:ln w="381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4133" name="矩形 687205"/>
                  <p:cNvSpPr/>
                  <p:nvPr/>
                </p:nvSpPr>
                <p:spPr>
                  <a:xfrm>
                    <a:off x="5324" y="2574"/>
                    <a:ext cx="243" cy="202"/>
                  </a:xfrm>
                  <a:prstGeom prst="rect">
                    <a:avLst/>
                  </a:prstGeom>
                  <a:noFill/>
                  <a:ln w="38100">
                    <a:noFill/>
                  </a:ln>
                </p:spPr>
                <p:txBody>
                  <a:bodyPr wrap="none" lIns="0" tIns="0" rIns="0" bIns="0" anchor="t" anchorCtr="0">
                    <a:spAutoFit/>
                  </a:bodyPr>
                  <a:lstStyle/>
                  <a:p>
                    <a:pPr algn="ctr">
                      <a:spcBef>
                        <a:spcPct val="20000"/>
                      </a:spcBef>
                    </a:pPr>
                    <a:r>
                      <a:rPr lang="en-US" altLang="zh-CN" sz="2100" b="1">
                        <a:latin typeface="Times New Roman" panose="02020603050405020304" pitchFamily="18" charset="0"/>
                        <a:ea typeface="宋体" panose="02010600030101010101" pitchFamily="2" charset="-122"/>
                      </a:rPr>
                      <a:t>I/O</a:t>
                    </a:r>
                    <a:endParaRPr lang="en-US" altLang="zh-CN" sz="4000" b="1">
                      <a:latin typeface="宋体" panose="02010600030101010101" pitchFamily="2" charset="-122"/>
                      <a:ea typeface="宋体" panose="02010600030101010101" pitchFamily="2" charset="-122"/>
                    </a:endParaRPr>
                  </a:p>
                </p:txBody>
              </p:sp>
            </p:grpSp>
            <p:sp>
              <p:nvSpPr>
                <p:cNvPr id="44134" name="矩形 687206"/>
                <p:cNvSpPr/>
                <p:nvPr/>
              </p:nvSpPr>
              <p:spPr>
                <a:xfrm>
                  <a:off x="5232" y="1200"/>
                  <a:ext cx="384" cy="2832"/>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grpSp>
        </p:grpSp>
      </p:grpSp>
      <p:sp>
        <p:nvSpPr>
          <p:cNvPr id="44135" name="文本框 687207"/>
          <p:cNvSpPr txBox="1"/>
          <p:nvPr/>
        </p:nvSpPr>
        <p:spPr>
          <a:xfrm>
            <a:off x="381000" y="409575"/>
            <a:ext cx="6629400" cy="641350"/>
          </a:xfrm>
          <a:prstGeom prst="rect">
            <a:avLst/>
          </a:prstGeom>
          <a:noFill/>
          <a:ln w="9525">
            <a:noFill/>
          </a:ln>
        </p:spPr>
        <p:txBody>
          <a:bodyPr anchor="t" anchorCtr="0">
            <a:spAutoFit/>
          </a:bodyPr>
          <a:lstStyle/>
          <a:p>
            <a:pPr>
              <a:spcBef>
                <a:spcPct val="20000"/>
              </a:spcBef>
            </a:pPr>
            <a:r>
              <a:rPr lang="en-US" altLang="zh-CN" sz="3600" b="1">
                <a:latin typeface="宋体" panose="02010600030101010101" pitchFamily="2" charset="-122"/>
                <a:ea typeface="宋体" panose="02010600030101010101" pitchFamily="2" charset="-122"/>
              </a:rPr>
              <a:t>(</a:t>
            </a:r>
            <a:r>
              <a:rPr lang="en-US" altLang="zh-CN" sz="3600" b="1">
                <a:latin typeface="Times New Roman" panose="02020603050405020304" pitchFamily="18" charset="0"/>
                <a:ea typeface="宋体" panose="02010600030101010101" pitchFamily="2" charset="-122"/>
              </a:rPr>
              <a:t>4</a:t>
            </a:r>
            <a:r>
              <a:rPr lang="en-US" altLang="zh-CN" sz="3600" b="1" dirty="0">
                <a:latin typeface="宋体" panose="02010600030101010101" pitchFamily="2" charset="-122"/>
                <a:ea typeface="宋体" panose="02010600030101010101" pitchFamily="2" charset="-122"/>
              </a:rPr>
              <a:t>)</a:t>
            </a:r>
            <a:r>
              <a:rPr lang="zh-CN" altLang="en-US" sz="3600" b="1" dirty="0">
                <a:latin typeface="宋体" panose="02010600030101010101" pitchFamily="2" charset="-122"/>
                <a:ea typeface="宋体" panose="02010600030101010101" pitchFamily="2" charset="-122"/>
              </a:rPr>
              <a:t>主机完成一条指令的过程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7138"/>
                                        </p:tgtEl>
                                        <p:attrNameLst>
                                          <p:attrName>style.visibility</p:attrName>
                                        </p:attrNameLst>
                                      </p:cBhvr>
                                      <p:to>
                                        <p:strVal val="visible"/>
                                      </p:to>
                                    </p:set>
                                    <p:animEffect transition="in" filter="blinds(horizontal)">
                                      <p:cBhvr>
                                        <p:cTn id="7" dur="500"/>
                                        <p:tgtEl>
                                          <p:spTgt spid="68713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687152"/>
                                        </p:tgtEl>
                                        <p:attrNameLst>
                                          <p:attrName>style.visibility</p:attrName>
                                        </p:attrNameLst>
                                      </p:cBhvr>
                                      <p:to>
                                        <p:strVal val="visible"/>
                                      </p:to>
                                    </p:set>
                                    <p:animEffect transition="in" filter="barn(outVertical)">
                                      <p:cBhvr>
                                        <p:cTn id="12" dur="500"/>
                                        <p:tgtEl>
                                          <p:spTgt spid="68715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687106"/>
                                        </p:tgtEl>
                                        <p:attrNameLst>
                                          <p:attrName>style.visibility</p:attrName>
                                        </p:attrNameLst>
                                      </p:cBhvr>
                                      <p:to>
                                        <p:strVal val="visible"/>
                                      </p:to>
                                    </p:set>
                                    <p:animEffect transition="in" filter="slide(fromLeft)">
                                      <p:cBhvr>
                                        <p:cTn id="17" dur="500"/>
                                        <p:tgtEl>
                                          <p:spTgt spid="68710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687109"/>
                                        </p:tgtEl>
                                        <p:attrNameLst>
                                          <p:attrName>style.visibility</p:attrName>
                                        </p:attrNameLst>
                                      </p:cBhvr>
                                      <p:to>
                                        <p:strVal val="visible"/>
                                      </p:to>
                                    </p:set>
                                    <p:animEffect transition="in" filter="slide(fromBottom)">
                                      <p:cBhvr>
                                        <p:cTn id="22" dur="500"/>
                                        <p:tgtEl>
                                          <p:spTgt spid="687109"/>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nodeType="clickEffect">
                                  <p:stCondLst>
                                    <p:cond delay="0"/>
                                  </p:stCondLst>
                                  <p:childTnLst>
                                    <p:set>
                                      <p:cBhvr>
                                        <p:cTn id="26" dur="1" fill="hold">
                                          <p:stCondLst>
                                            <p:cond delay="0"/>
                                          </p:stCondLst>
                                        </p:cTn>
                                        <p:tgtEl>
                                          <p:spTgt spid="687112"/>
                                        </p:tgtEl>
                                        <p:attrNameLst>
                                          <p:attrName>style.visibility</p:attrName>
                                        </p:attrNameLst>
                                      </p:cBhvr>
                                      <p:to>
                                        <p:strVal val="visible"/>
                                      </p:to>
                                    </p:set>
                                    <p:animEffect transition="in" filter="slide(fromTop)">
                                      <p:cBhvr>
                                        <p:cTn id="27" dur="500"/>
                                        <p:tgtEl>
                                          <p:spTgt spid="687112"/>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687139"/>
                                        </p:tgtEl>
                                        <p:attrNameLst>
                                          <p:attrName>style.visibility</p:attrName>
                                        </p:attrNameLst>
                                      </p:cBhvr>
                                      <p:to>
                                        <p:strVal val="visible"/>
                                      </p:to>
                                    </p:set>
                                    <p:animEffect transition="in" filter="strips(downRight)">
                                      <p:cBhvr>
                                        <p:cTn id="32" dur="500"/>
                                        <p:tgtEl>
                                          <p:spTgt spid="687139"/>
                                        </p:tgtEl>
                                      </p:cBhvr>
                                    </p:animEffect>
                                  </p:childTnLst>
                                </p:cTn>
                              </p:par>
                            </p:childTnLst>
                          </p:cTn>
                        </p:par>
                        <p:par>
                          <p:cTn id="33" fill="hold">
                            <p:stCondLst>
                              <p:cond delay="500"/>
                            </p:stCondLst>
                            <p:childTnLst>
                              <p:par>
                                <p:cTn id="34" presetID="18" presetClass="entr" presetSubtype="9" fill="hold" nodeType="afterEffect">
                                  <p:stCondLst>
                                    <p:cond delay="0"/>
                                  </p:stCondLst>
                                  <p:childTnLst>
                                    <p:set>
                                      <p:cBhvr>
                                        <p:cTn id="35" dur="1" fill="hold">
                                          <p:stCondLst>
                                            <p:cond delay="0"/>
                                          </p:stCondLst>
                                        </p:cTn>
                                        <p:tgtEl>
                                          <p:spTgt spid="687142"/>
                                        </p:tgtEl>
                                        <p:attrNameLst>
                                          <p:attrName>style.visibility</p:attrName>
                                        </p:attrNameLst>
                                      </p:cBhvr>
                                      <p:to>
                                        <p:strVal val="visible"/>
                                      </p:to>
                                    </p:set>
                                    <p:animEffect transition="in" filter="strips(upLeft)">
                                      <p:cBhvr>
                                        <p:cTn id="36" dur="500"/>
                                        <p:tgtEl>
                                          <p:spTgt spid="687142"/>
                                        </p:tgtEl>
                                      </p:cBhvr>
                                    </p:animEffect>
                                  </p:childTnLst>
                                </p:cTn>
                              </p:par>
                            </p:childTnLst>
                          </p:cTn>
                        </p:par>
                        <p:par>
                          <p:cTn id="37" fill="hold">
                            <p:stCondLst>
                              <p:cond delay="1000"/>
                            </p:stCondLst>
                            <p:childTnLst>
                              <p:par>
                                <p:cTn id="38" presetID="18" presetClass="entr" presetSubtype="9" fill="hold" nodeType="afterEffect">
                                  <p:stCondLst>
                                    <p:cond delay="0"/>
                                  </p:stCondLst>
                                  <p:childTnLst>
                                    <p:set>
                                      <p:cBhvr>
                                        <p:cTn id="39" dur="1" fill="hold">
                                          <p:stCondLst>
                                            <p:cond delay="0"/>
                                          </p:stCondLst>
                                        </p:cTn>
                                        <p:tgtEl>
                                          <p:spTgt spid="687149"/>
                                        </p:tgtEl>
                                        <p:attrNameLst>
                                          <p:attrName>style.visibility</p:attrName>
                                        </p:attrNameLst>
                                      </p:cBhvr>
                                      <p:to>
                                        <p:strVal val="visible"/>
                                      </p:to>
                                    </p:set>
                                    <p:animEffect transition="in" filter="strips(upLeft)">
                                      <p:cBhvr>
                                        <p:cTn id="40" dur="500"/>
                                        <p:tgtEl>
                                          <p:spTgt spid="687149"/>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4" fill="hold" nodeType="clickEffect">
                                  <p:stCondLst>
                                    <p:cond delay="0"/>
                                  </p:stCondLst>
                                  <p:childTnLst>
                                    <p:set>
                                      <p:cBhvr>
                                        <p:cTn id="44" dur="1" fill="hold">
                                          <p:stCondLst>
                                            <p:cond delay="0"/>
                                          </p:stCondLst>
                                        </p:cTn>
                                        <p:tgtEl>
                                          <p:spTgt spid="687115"/>
                                        </p:tgtEl>
                                        <p:attrNameLst>
                                          <p:attrName>style.visibility</p:attrName>
                                        </p:attrNameLst>
                                      </p:cBhvr>
                                      <p:to>
                                        <p:strVal val="visible"/>
                                      </p:to>
                                    </p:set>
                                    <p:animEffect transition="in" filter="slide(fromBottom)">
                                      <p:cBhvr>
                                        <p:cTn id="45" dur="500"/>
                                        <p:tgtEl>
                                          <p:spTgt spid="687115"/>
                                        </p:tgtEl>
                                      </p:cBhvr>
                                    </p:animEffect>
                                  </p:childTnLst>
                                </p:cTn>
                              </p:par>
                            </p:childTnLst>
                          </p:cTn>
                        </p:par>
                        <p:par>
                          <p:cTn id="46" fill="hold">
                            <p:stCondLst>
                              <p:cond delay="500"/>
                            </p:stCondLst>
                            <p:childTnLst>
                              <p:par>
                                <p:cTn id="47" presetID="18" presetClass="entr" presetSubtype="12" fill="hold" nodeType="afterEffect">
                                  <p:stCondLst>
                                    <p:cond delay="0"/>
                                  </p:stCondLst>
                                  <p:childTnLst>
                                    <p:set>
                                      <p:cBhvr>
                                        <p:cTn id="48" dur="1" fill="hold">
                                          <p:stCondLst>
                                            <p:cond delay="0"/>
                                          </p:stCondLst>
                                        </p:cTn>
                                        <p:tgtEl>
                                          <p:spTgt spid="687116"/>
                                        </p:tgtEl>
                                        <p:attrNameLst>
                                          <p:attrName>style.visibility</p:attrName>
                                        </p:attrNameLst>
                                      </p:cBhvr>
                                      <p:to>
                                        <p:strVal val="visible"/>
                                      </p:to>
                                    </p:set>
                                    <p:animEffect transition="in" filter="strips(downLeft)">
                                      <p:cBhvr>
                                        <p:cTn id="49" dur="500"/>
                                        <p:tgtEl>
                                          <p:spTgt spid="687116"/>
                                        </p:tgtEl>
                                      </p:cBhvr>
                                    </p:animEffect>
                                  </p:childTnLst>
                                </p:cTn>
                              </p:par>
                            </p:childTnLst>
                          </p:cTn>
                        </p:par>
                        <p:par>
                          <p:cTn id="50" fill="hold">
                            <p:stCondLst>
                              <p:cond delay="1000"/>
                            </p:stCondLst>
                            <p:childTnLst>
                              <p:par>
                                <p:cTn id="51" presetID="18" presetClass="entr" presetSubtype="12" fill="hold" nodeType="afterEffect">
                                  <p:stCondLst>
                                    <p:cond delay="0"/>
                                  </p:stCondLst>
                                  <p:childTnLst>
                                    <p:set>
                                      <p:cBhvr>
                                        <p:cTn id="52" dur="1" fill="hold">
                                          <p:stCondLst>
                                            <p:cond delay="0"/>
                                          </p:stCondLst>
                                        </p:cTn>
                                        <p:tgtEl>
                                          <p:spTgt spid="687147"/>
                                        </p:tgtEl>
                                        <p:attrNameLst>
                                          <p:attrName>style.visibility</p:attrName>
                                        </p:attrNameLst>
                                      </p:cBhvr>
                                      <p:to>
                                        <p:strVal val="visible"/>
                                      </p:to>
                                    </p:set>
                                    <p:animEffect transition="in" filter="strips(downLeft)">
                                      <p:cBhvr>
                                        <p:cTn id="53" dur="500"/>
                                        <p:tgtEl>
                                          <p:spTgt spid="687147"/>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nodeType="clickEffect">
                                  <p:stCondLst>
                                    <p:cond delay="0"/>
                                  </p:stCondLst>
                                  <p:childTnLst>
                                    <p:set>
                                      <p:cBhvr>
                                        <p:cTn id="57" dur="1" fill="hold">
                                          <p:stCondLst>
                                            <p:cond delay="0"/>
                                          </p:stCondLst>
                                        </p:cTn>
                                        <p:tgtEl>
                                          <p:spTgt spid="687148"/>
                                        </p:tgtEl>
                                        <p:attrNameLst>
                                          <p:attrName>style.visibility</p:attrName>
                                        </p:attrNameLst>
                                      </p:cBhvr>
                                      <p:to>
                                        <p:strVal val="visible"/>
                                      </p:to>
                                    </p:set>
                                    <p:animEffect transition="in" filter="slide(fromBottom)">
                                      <p:cBhvr>
                                        <p:cTn id="58" dur="500"/>
                                        <p:tgtEl>
                                          <p:spTgt spid="687148"/>
                                        </p:tgtEl>
                                      </p:cBhvr>
                                    </p:animEffect>
                                  </p:childTnLst>
                                </p:cTn>
                              </p:par>
                            </p:childTnLst>
                          </p:cTn>
                        </p:par>
                        <p:par>
                          <p:cTn id="59" fill="hold">
                            <p:stCondLst>
                              <p:cond delay="500"/>
                            </p:stCondLst>
                            <p:childTnLst>
                              <p:par>
                                <p:cTn id="60" presetID="18" presetClass="entr" presetSubtype="6" fill="hold" nodeType="afterEffect">
                                  <p:stCondLst>
                                    <p:cond delay="0"/>
                                  </p:stCondLst>
                                  <p:childTnLst>
                                    <p:set>
                                      <p:cBhvr>
                                        <p:cTn id="61" dur="1" fill="hold">
                                          <p:stCondLst>
                                            <p:cond delay="0"/>
                                          </p:stCondLst>
                                        </p:cTn>
                                        <p:tgtEl>
                                          <p:spTgt spid="687120"/>
                                        </p:tgtEl>
                                        <p:attrNameLst>
                                          <p:attrName>style.visibility</p:attrName>
                                        </p:attrNameLst>
                                      </p:cBhvr>
                                      <p:to>
                                        <p:strVal val="visible"/>
                                      </p:to>
                                    </p:set>
                                    <p:animEffect transition="in" filter="strips(downRight)">
                                      <p:cBhvr>
                                        <p:cTn id="62" dur="500"/>
                                        <p:tgtEl>
                                          <p:spTgt spid="687120"/>
                                        </p:tgtEl>
                                      </p:cBhvr>
                                    </p:animEffect>
                                  </p:childTnLst>
                                </p:cTn>
                              </p:par>
                            </p:childTnLst>
                          </p:cTn>
                        </p:par>
                        <p:par>
                          <p:cTn id="63" fill="hold">
                            <p:stCondLst>
                              <p:cond delay="1000"/>
                            </p:stCondLst>
                            <p:childTnLst>
                              <p:par>
                                <p:cTn id="64" presetID="18" presetClass="entr" presetSubtype="6" fill="hold" nodeType="afterEffect">
                                  <p:stCondLst>
                                    <p:cond delay="0"/>
                                  </p:stCondLst>
                                  <p:childTnLst>
                                    <p:set>
                                      <p:cBhvr>
                                        <p:cTn id="65" dur="1" fill="hold">
                                          <p:stCondLst>
                                            <p:cond delay="0"/>
                                          </p:stCondLst>
                                        </p:cTn>
                                        <p:tgtEl>
                                          <p:spTgt spid="687119"/>
                                        </p:tgtEl>
                                        <p:attrNameLst>
                                          <p:attrName>style.visibility</p:attrName>
                                        </p:attrNameLst>
                                      </p:cBhvr>
                                      <p:to>
                                        <p:strVal val="visible"/>
                                      </p:to>
                                    </p:set>
                                    <p:animEffect transition="in" filter="strips(downRight)">
                                      <p:cBhvr>
                                        <p:cTn id="66" dur="500"/>
                                        <p:tgtEl>
                                          <p:spTgt spid="687119"/>
                                        </p:tgtEl>
                                      </p:cBhvr>
                                    </p:animEffect>
                                  </p:childTnLst>
                                </p:cTn>
                              </p:par>
                            </p:childTnLst>
                          </p:cTn>
                        </p:par>
                      </p:childTnLst>
                    </p:cTn>
                  </p:par>
                  <p:par>
                    <p:cTn id="67" fill="hold">
                      <p:stCondLst>
                        <p:cond delay="indefinite"/>
                      </p:stCondLst>
                      <p:childTnLst>
                        <p:par>
                          <p:cTn id="68" fill="hold">
                            <p:stCondLst>
                              <p:cond delay="0"/>
                            </p:stCondLst>
                            <p:childTnLst>
                              <p:par>
                                <p:cTn id="69" presetID="12" presetClass="entr" presetSubtype="4" fill="hold" nodeType="clickEffect">
                                  <p:stCondLst>
                                    <p:cond delay="0"/>
                                  </p:stCondLst>
                                  <p:childTnLst>
                                    <p:set>
                                      <p:cBhvr>
                                        <p:cTn id="70" dur="1" fill="hold">
                                          <p:stCondLst>
                                            <p:cond delay="0"/>
                                          </p:stCondLst>
                                        </p:cTn>
                                        <p:tgtEl>
                                          <p:spTgt spid="687123"/>
                                        </p:tgtEl>
                                        <p:attrNameLst>
                                          <p:attrName>style.visibility</p:attrName>
                                        </p:attrNameLst>
                                      </p:cBhvr>
                                      <p:to>
                                        <p:strVal val="visible"/>
                                      </p:to>
                                    </p:set>
                                    <p:animEffect transition="in" filter="slide(fromBottom)">
                                      <p:cBhvr>
                                        <p:cTn id="71" dur="500"/>
                                        <p:tgtEl>
                                          <p:spTgt spid="687123"/>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2" fill="hold" nodeType="clickEffect">
                                  <p:stCondLst>
                                    <p:cond delay="0"/>
                                  </p:stCondLst>
                                  <p:childTnLst>
                                    <p:set>
                                      <p:cBhvr>
                                        <p:cTn id="75" dur="1" fill="hold">
                                          <p:stCondLst>
                                            <p:cond delay="0"/>
                                          </p:stCondLst>
                                        </p:cTn>
                                        <p:tgtEl>
                                          <p:spTgt spid="687130"/>
                                        </p:tgtEl>
                                        <p:attrNameLst>
                                          <p:attrName>style.visibility</p:attrName>
                                        </p:attrNameLst>
                                      </p:cBhvr>
                                      <p:to>
                                        <p:strVal val="visible"/>
                                      </p:to>
                                    </p:set>
                                    <p:animEffect transition="in" filter="slide(fromRight)">
                                      <p:cBhvr>
                                        <p:cTn id="76" dur="500"/>
                                        <p:tgtEl>
                                          <p:spTgt spid="687130"/>
                                        </p:tgtEl>
                                      </p:cBhvr>
                                    </p:animEffect>
                                  </p:childTnLst>
                                </p:cTn>
                              </p:par>
                            </p:childTnLst>
                          </p:cTn>
                        </p:par>
                        <p:par>
                          <p:cTn id="77" fill="hold">
                            <p:stCondLst>
                              <p:cond delay="500"/>
                            </p:stCondLst>
                            <p:childTnLst>
                              <p:par>
                                <p:cTn id="78" presetID="18" presetClass="entr" presetSubtype="6" fill="hold" nodeType="afterEffect">
                                  <p:stCondLst>
                                    <p:cond delay="0"/>
                                  </p:stCondLst>
                                  <p:childTnLst>
                                    <p:set>
                                      <p:cBhvr>
                                        <p:cTn id="79" dur="1" fill="hold">
                                          <p:stCondLst>
                                            <p:cond delay="0"/>
                                          </p:stCondLst>
                                        </p:cTn>
                                        <p:tgtEl>
                                          <p:spTgt spid="687129"/>
                                        </p:tgtEl>
                                        <p:attrNameLst>
                                          <p:attrName>style.visibility</p:attrName>
                                        </p:attrNameLst>
                                      </p:cBhvr>
                                      <p:to>
                                        <p:strVal val="visible"/>
                                      </p:to>
                                    </p:set>
                                    <p:animEffect transition="in" filter="strips(downRight)">
                                      <p:cBhvr>
                                        <p:cTn id="80" dur="500"/>
                                        <p:tgtEl>
                                          <p:spTgt spid="687129"/>
                                        </p:tgtEl>
                                      </p:cBhvr>
                                    </p:animEffect>
                                  </p:childTnLst>
                                </p:cTn>
                              </p:par>
                            </p:childTnLst>
                          </p:cTn>
                        </p:par>
                        <p:par>
                          <p:cTn id="81" fill="hold">
                            <p:stCondLst>
                              <p:cond delay="1000"/>
                            </p:stCondLst>
                            <p:childTnLst>
                              <p:par>
                                <p:cTn id="82" presetID="18" presetClass="entr" presetSubtype="3" fill="hold" nodeType="afterEffect">
                                  <p:stCondLst>
                                    <p:cond delay="0"/>
                                  </p:stCondLst>
                                  <p:childTnLst>
                                    <p:set>
                                      <p:cBhvr>
                                        <p:cTn id="83" dur="1" fill="hold">
                                          <p:stCondLst>
                                            <p:cond delay="0"/>
                                          </p:stCondLst>
                                        </p:cTn>
                                        <p:tgtEl>
                                          <p:spTgt spid="687134"/>
                                        </p:tgtEl>
                                        <p:attrNameLst>
                                          <p:attrName>style.visibility</p:attrName>
                                        </p:attrNameLst>
                                      </p:cBhvr>
                                      <p:to>
                                        <p:strVal val="visible"/>
                                      </p:to>
                                    </p:set>
                                    <p:animEffect transition="in" filter="strips(upRight)">
                                      <p:cBhvr>
                                        <p:cTn id="84" dur="500"/>
                                        <p:tgtEl>
                                          <p:spTgt spid="687134"/>
                                        </p:tgtEl>
                                      </p:cBhvr>
                                    </p:animEffect>
                                  </p:childTnLst>
                                </p:cTn>
                              </p:par>
                            </p:childTnLst>
                          </p:cTn>
                        </p:par>
                        <p:par>
                          <p:cTn id="85" fill="hold">
                            <p:stCondLst>
                              <p:cond delay="1500"/>
                            </p:stCondLst>
                            <p:childTnLst>
                              <p:par>
                                <p:cTn id="86" presetID="18" presetClass="entr" presetSubtype="9" fill="hold" nodeType="afterEffect">
                                  <p:stCondLst>
                                    <p:cond delay="0"/>
                                  </p:stCondLst>
                                  <p:childTnLst>
                                    <p:set>
                                      <p:cBhvr>
                                        <p:cTn id="87" dur="1" fill="hold">
                                          <p:stCondLst>
                                            <p:cond delay="0"/>
                                          </p:stCondLst>
                                        </p:cTn>
                                        <p:tgtEl>
                                          <p:spTgt spid="687131"/>
                                        </p:tgtEl>
                                        <p:attrNameLst>
                                          <p:attrName>style.visibility</p:attrName>
                                        </p:attrNameLst>
                                      </p:cBhvr>
                                      <p:to>
                                        <p:strVal val="visible"/>
                                      </p:to>
                                    </p:set>
                                    <p:animEffect transition="in" filter="strips(upLeft)">
                                      <p:cBhvr>
                                        <p:cTn id="88" dur="500"/>
                                        <p:tgtEl>
                                          <p:spTgt spid="687131"/>
                                        </p:tgtEl>
                                      </p:cBhvr>
                                    </p:animEffect>
                                  </p:childTnLst>
                                </p:cTn>
                              </p:par>
                            </p:childTnLst>
                          </p:cTn>
                        </p:par>
                      </p:childTnLst>
                    </p:cTn>
                  </p:par>
                  <p:par>
                    <p:cTn id="89" fill="hold">
                      <p:stCondLst>
                        <p:cond delay="indefinite"/>
                      </p:stCondLst>
                      <p:childTnLst>
                        <p:par>
                          <p:cTn id="90" fill="hold">
                            <p:stCondLst>
                              <p:cond delay="0"/>
                            </p:stCondLst>
                            <p:childTnLst>
                              <p:par>
                                <p:cTn id="91" presetID="12" presetClass="entr" presetSubtype="4" fill="hold" nodeType="clickEffect">
                                  <p:stCondLst>
                                    <p:cond delay="0"/>
                                  </p:stCondLst>
                                  <p:childTnLst>
                                    <p:set>
                                      <p:cBhvr>
                                        <p:cTn id="92" dur="1" fill="hold">
                                          <p:stCondLst>
                                            <p:cond delay="0"/>
                                          </p:stCondLst>
                                        </p:cTn>
                                        <p:tgtEl>
                                          <p:spTgt spid="687126"/>
                                        </p:tgtEl>
                                        <p:attrNameLst>
                                          <p:attrName>style.visibility</p:attrName>
                                        </p:attrNameLst>
                                      </p:cBhvr>
                                      <p:to>
                                        <p:strVal val="visible"/>
                                      </p:to>
                                    </p:set>
                                    <p:animEffect transition="in" filter="slide(fromBottom)">
                                      <p:cBhvr>
                                        <p:cTn id="93" dur="500"/>
                                        <p:tgtEl>
                                          <p:spTgt spid="687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13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文本框 2"/>
          <p:cNvSpPr txBox="1"/>
          <p:nvPr>
            <p:custDataLst>
              <p:tags r:id="rId2"/>
            </p:custDataLst>
          </p:nvPr>
        </p:nvSpPr>
        <p:spPr>
          <a:xfrm>
            <a:off x="914400" y="635000"/>
            <a:ext cx="7315200" cy="2143125"/>
          </a:xfrm>
          <a:prstGeom prst="rect">
            <a:avLst/>
          </a:prstGeom>
          <a:noFill/>
          <a:ln w="9525">
            <a:noFill/>
          </a:ln>
        </p:spPr>
        <p:txBody>
          <a:bodyPr wrap="square" anchor="ctr" anchorCtr="0"/>
          <a:lstStyle/>
          <a:p>
            <a:r>
              <a:rPr lang="zh-CN" altLang="en-US" sz="2600">
                <a:solidFill>
                  <a:srgbClr val="000000"/>
                </a:solidFill>
                <a:latin typeface="微软雅黑" panose="020B0503020204020204" charset="-122"/>
                <a:ea typeface="微软雅黑" panose="020B0503020204020204" charset="-122"/>
              </a:rPr>
              <a:t>冯诺依曼型计算机由 </a:t>
            </a:r>
            <a:r>
              <a:rPr lang="zh-CN" altLang="en-US" sz="2600">
                <a:solidFill>
                  <a:srgbClr val="639EF4"/>
                </a:solidFill>
                <a:latin typeface="微软雅黑" panose="020B0503020204020204" charset="-122"/>
                <a:ea typeface="微软雅黑" panose="020B0503020204020204" charset="-122"/>
              </a:rPr>
              <a:t>[填空1]</a:t>
            </a:r>
            <a:r>
              <a:rPr lang="zh-CN" altLang="en-US" sz="2600">
                <a:solidFill>
                  <a:srgbClr val="000000"/>
                </a:solidFill>
                <a:latin typeface="微软雅黑" panose="020B0503020204020204" charset="-122"/>
                <a:ea typeface="微软雅黑" panose="020B0503020204020204" charset="-122"/>
              </a:rPr>
              <a:t>、 </a:t>
            </a:r>
            <a:r>
              <a:rPr lang="zh-CN" altLang="en-US" sz="2600">
                <a:solidFill>
                  <a:srgbClr val="639EF4"/>
                </a:solidFill>
                <a:latin typeface="微软雅黑" panose="020B0503020204020204" charset="-122"/>
                <a:ea typeface="微软雅黑" panose="020B0503020204020204" charset="-122"/>
              </a:rPr>
              <a:t>[填空2]</a:t>
            </a:r>
            <a:r>
              <a:rPr lang="zh-CN" altLang="en-US" sz="2600">
                <a:solidFill>
                  <a:srgbClr val="000000"/>
                </a:solidFill>
                <a:latin typeface="微软雅黑" panose="020B0503020204020204" charset="-122"/>
                <a:ea typeface="微软雅黑" panose="020B0503020204020204" charset="-122"/>
              </a:rPr>
              <a:t> 、 </a:t>
            </a:r>
            <a:r>
              <a:rPr lang="zh-CN" altLang="en-US" sz="2600">
                <a:solidFill>
                  <a:srgbClr val="639EF4"/>
                </a:solidFill>
                <a:latin typeface="微软雅黑" panose="020B0503020204020204" charset="-122"/>
                <a:ea typeface="微软雅黑" panose="020B0503020204020204" charset="-122"/>
              </a:rPr>
              <a:t>[填空3]</a:t>
            </a:r>
            <a:r>
              <a:rPr lang="zh-CN" altLang="en-US" sz="2600">
                <a:solidFill>
                  <a:srgbClr val="000000"/>
                </a:solidFill>
                <a:latin typeface="微软雅黑" panose="020B0503020204020204" charset="-122"/>
                <a:ea typeface="微软雅黑" panose="020B0503020204020204" charset="-122"/>
              </a:rPr>
              <a:t> 、 </a:t>
            </a:r>
            <a:r>
              <a:rPr lang="zh-CN" altLang="en-US" sz="2600">
                <a:solidFill>
                  <a:srgbClr val="639EF4"/>
                </a:solidFill>
                <a:latin typeface="微软雅黑" panose="020B0503020204020204" charset="-122"/>
                <a:ea typeface="微软雅黑" panose="020B0503020204020204" charset="-122"/>
              </a:rPr>
              <a:t>[填空4]</a:t>
            </a:r>
            <a:r>
              <a:rPr lang="zh-CN" altLang="en-US" sz="2600">
                <a:solidFill>
                  <a:srgbClr val="000000"/>
                </a:solidFill>
                <a:latin typeface="微软雅黑" panose="020B0503020204020204" charset="-122"/>
                <a:ea typeface="微软雅黑" panose="020B0503020204020204" charset="-122"/>
              </a:rPr>
              <a:t> 、 </a:t>
            </a:r>
            <a:r>
              <a:rPr lang="zh-CN" altLang="en-US" sz="2600">
                <a:solidFill>
                  <a:srgbClr val="639EF4"/>
                </a:solidFill>
                <a:latin typeface="微软雅黑" panose="020B0503020204020204" charset="-122"/>
                <a:ea typeface="微软雅黑" panose="020B0503020204020204" charset="-122"/>
              </a:rPr>
              <a:t>[填空5]</a:t>
            </a:r>
            <a:r>
              <a:rPr lang="zh-CN" altLang="en-US" sz="2600">
                <a:solidFill>
                  <a:srgbClr val="000000"/>
                </a:solidFill>
                <a:latin typeface="微软雅黑" panose="020B0503020204020204" charset="-122"/>
                <a:ea typeface="微软雅黑" panose="020B0503020204020204" charset="-122"/>
              </a:rPr>
              <a:t>  五输入系统部分组成。</a:t>
            </a:r>
          </a:p>
        </p:txBody>
      </p:sp>
      <p:sp>
        <p:nvSpPr>
          <p:cNvPr id="4" name="圆角矩形 3"/>
          <p:cNvSpPr/>
          <p:nvPr>
            <p:custDataLst>
              <p:tags r:id="rId3"/>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fontAlgn="base"/>
            <a:r>
              <a:rPr lang="zh-CN" altLang="en-US" sz="1600" strike="noStrike" noProof="1">
                <a:solidFill>
                  <a:srgbClr val="FFFFFF"/>
                </a:solidFill>
                <a:latin typeface="微软雅黑" panose="020B0503020204020204" charset="-122"/>
                <a:ea typeface="微软雅黑" panose="020B0503020204020204" charset="-122"/>
              </a:rPr>
              <a:t>作答</a:t>
            </a:r>
          </a:p>
        </p:txBody>
      </p:sp>
      <p:sp>
        <p:nvSpPr>
          <p:cNvPr id="10" name="矩形 9"/>
          <p:cNvSpPr/>
          <p:nvPr>
            <p:custDataLst>
              <p:tags r:id="rId4"/>
            </p:custDataLst>
          </p:nvPr>
        </p:nvSpPr>
        <p:spPr>
          <a:xfrm>
            <a:off x="0" y="5848350"/>
            <a:ext cx="9144000" cy="366713"/>
          </a:xfrm>
          <a:prstGeom prst="rect">
            <a:avLst/>
          </a:prstGeom>
          <a:solidFill>
            <a:srgbClr val="FBFAEF"/>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noAutofit/>
          </a:bodyPr>
          <a:lstStyle/>
          <a:p>
            <a:pPr lvl="0" algn="l" fontAlgn="base">
              <a:buNone/>
            </a:pPr>
            <a:r>
              <a:rPr lang="zh-CN" altLang="en-US" sz="1200" strike="noStrike" noProof="1">
                <a:solidFill>
                  <a:srgbClr val="F84F41"/>
                </a:solidFill>
                <a:latin typeface="微软雅黑" panose="020B0503020204020204" charset="-122"/>
                <a:ea typeface="微软雅黑" panose="020B0503020204020204" charset="-122"/>
                <a:cs typeface="微软雅黑" panose="020B0503020204020204" charset="-122"/>
              </a:rPr>
              <a:t>正常使用填空题需3.0以上版本雨课堂</a:t>
            </a:r>
          </a:p>
        </p:txBody>
      </p:sp>
      <p:grpSp>
        <p:nvGrpSpPr>
          <p:cNvPr id="46084" name="组合 8"/>
          <p:cNvGrpSpPr/>
          <p:nvPr/>
        </p:nvGrpSpPr>
        <p:grpSpPr>
          <a:xfrm>
            <a:off x="0" y="0"/>
            <a:ext cx="9144000" cy="635000"/>
            <a:chOff x="0" y="0"/>
            <a:chExt cx="14400" cy="1000"/>
          </a:xfrm>
        </p:grpSpPr>
        <p:sp>
          <p:nvSpPr>
            <p:cNvPr id="5" name="TitleBackground"/>
            <p:cNvSpPr/>
            <p:nvPr>
              <p:custDataLst>
                <p:tags r:id="rId6"/>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 name="ColorBlock"/>
            <p:cNvSpPr/>
            <p:nvPr>
              <p:custDataLst>
                <p:tags r:id="rId7"/>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46087" name="TypeText"/>
            <p:cNvSpPr txBox="1"/>
            <p:nvPr>
              <p:custDataLst>
                <p:tags r:id="rId8"/>
              </p:custDataLst>
            </p:nvPr>
          </p:nvSpPr>
          <p:spPr>
            <a:xfrm>
              <a:off x="400" y="0"/>
              <a:ext cx="3000" cy="1000"/>
            </a:xfrm>
            <a:prstGeom prst="rect">
              <a:avLst/>
            </a:prstGeom>
            <a:noFill/>
            <a:ln w="9525">
              <a:noFill/>
            </a:ln>
          </p:spPr>
          <p:txBody>
            <a:bodyPr wrap="none" anchor="ctr" anchorCtr="0"/>
            <a:lstStyle/>
            <a:p>
              <a:r>
                <a:rPr lang="zh-CN" altLang="en-US" sz="2600">
                  <a:solidFill>
                    <a:srgbClr val="000000"/>
                  </a:solidFill>
                  <a:latin typeface="微软雅黑" panose="020B0503020204020204" charset="-122"/>
                  <a:ea typeface="微软雅黑" panose="020B0503020204020204" charset="-122"/>
                </a:rPr>
                <a:t>填空题</a:t>
              </a:r>
            </a:p>
          </p:txBody>
        </p:sp>
        <p:sp>
          <p:nvSpPr>
            <p:cNvPr id="46088" name="TipText"/>
            <p:cNvSpPr txBox="1"/>
            <p:nvPr>
              <p:custDataLst>
                <p:tags r:id="rId9"/>
              </p:custDataLst>
            </p:nvPr>
          </p:nvSpPr>
          <p:spPr>
            <a:xfrm>
              <a:off x="2248" y="172"/>
              <a:ext cx="3600" cy="800"/>
            </a:xfrm>
            <a:prstGeom prst="rect">
              <a:avLst/>
            </a:prstGeom>
            <a:noFill/>
            <a:ln w="9525">
              <a:noFill/>
            </a:ln>
          </p:spPr>
          <p:txBody>
            <a:bodyPr wrap="none" anchor="ctr" anchorCtr="0"/>
            <a:lstStyle/>
            <a:p>
              <a:r>
                <a:rPr lang="zh-CN" altLang="en-US" sz="2000">
                  <a:solidFill>
                    <a:srgbClr val="808080"/>
                  </a:solidFill>
                  <a:latin typeface="微软雅黑" panose="020B0503020204020204" charset="-122"/>
                  <a:ea typeface="微软雅黑" panose="020B0503020204020204" charset="-122"/>
                </a:rPr>
                <a:t>5分</a:t>
              </a:r>
            </a:p>
          </p:txBody>
        </p:sp>
      </p:grpSp>
      <p:pic>
        <p:nvPicPr>
          <p:cNvPr id="46089" name="图片 1" descr="tmpF29C"/>
          <p:cNvPicPr>
            <a:picLocks noChangeAspect="1"/>
          </p:cNvPicPr>
          <p:nvPr>
            <p:custDataLst>
              <p:tags r:id="rId5"/>
            </p:custDataLst>
          </p:nvPr>
        </p:nvPicPr>
        <p:blipFill>
          <a:blip r:embed="rId11"/>
          <a:stretch>
            <a:fillRect/>
          </a:stretch>
        </p:blipFill>
        <p:spPr>
          <a:xfrm>
            <a:off x="7594600" y="63500"/>
            <a:ext cx="1422400" cy="508000"/>
          </a:xfrm>
          <a:prstGeom prst="rect">
            <a:avLst/>
          </a:prstGeom>
          <a:noFill/>
          <a:ln w="9525">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文本框 2"/>
          <p:cNvSpPr txBox="1"/>
          <p:nvPr>
            <p:custDataLst>
              <p:tags r:id="rId2"/>
            </p:custDataLst>
          </p:nvPr>
        </p:nvSpPr>
        <p:spPr>
          <a:xfrm>
            <a:off x="914400" y="635000"/>
            <a:ext cx="7315200" cy="2143125"/>
          </a:xfrm>
          <a:prstGeom prst="rect">
            <a:avLst/>
          </a:prstGeom>
          <a:noFill/>
          <a:ln w="9525">
            <a:noFill/>
          </a:ln>
        </p:spPr>
        <p:txBody>
          <a:bodyPr wrap="square" anchor="ctr" anchorCtr="0"/>
          <a:lstStyle/>
          <a:p>
            <a:r>
              <a:rPr lang="zh-CN" altLang="en-US" sz="2600">
                <a:solidFill>
                  <a:srgbClr val="000000"/>
                </a:solidFill>
                <a:latin typeface="微软雅黑" panose="020B0503020204020204" charset="-122"/>
                <a:ea typeface="微软雅黑" panose="020B0503020204020204" charset="-122"/>
              </a:rPr>
              <a:t>冯诺依曼型计算机以  </a:t>
            </a:r>
            <a:r>
              <a:rPr lang="zh-CN" altLang="en-US" sz="2600">
                <a:solidFill>
                  <a:srgbClr val="639EF4"/>
                </a:solidFill>
                <a:latin typeface="微软雅黑" panose="020B0503020204020204" charset="-122"/>
                <a:ea typeface="微软雅黑" panose="020B0503020204020204" charset="-122"/>
              </a:rPr>
              <a:t>[填空1]</a:t>
            </a:r>
            <a:r>
              <a:rPr lang="zh-CN" altLang="en-US" sz="2600">
                <a:solidFill>
                  <a:srgbClr val="000000"/>
                </a:solidFill>
                <a:latin typeface="微软雅黑" panose="020B0503020204020204" charset="-122"/>
                <a:ea typeface="微软雅黑" panose="020B0503020204020204" charset="-122"/>
              </a:rPr>
              <a:t>   为中心，现代计算机以  </a:t>
            </a:r>
            <a:r>
              <a:rPr lang="zh-CN" altLang="en-US" sz="2600">
                <a:solidFill>
                  <a:srgbClr val="639EF4"/>
                </a:solidFill>
                <a:latin typeface="微软雅黑" panose="020B0503020204020204" charset="-122"/>
                <a:ea typeface="微软雅黑" panose="020B0503020204020204" charset="-122"/>
              </a:rPr>
              <a:t>[填空2]</a:t>
            </a:r>
            <a:r>
              <a:rPr lang="zh-CN" altLang="en-US" sz="2600">
                <a:solidFill>
                  <a:srgbClr val="000000"/>
                </a:solidFill>
                <a:latin typeface="微软雅黑" panose="020B0503020204020204" charset="-122"/>
                <a:ea typeface="微软雅黑" panose="020B0503020204020204" charset="-122"/>
              </a:rPr>
              <a:t> 为中心。</a:t>
            </a:r>
          </a:p>
        </p:txBody>
      </p:sp>
      <p:sp>
        <p:nvSpPr>
          <p:cNvPr id="4" name="圆角矩形 3"/>
          <p:cNvSpPr/>
          <p:nvPr>
            <p:custDataLst>
              <p:tags r:id="rId3"/>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fontAlgn="base"/>
            <a:r>
              <a:rPr lang="zh-CN" altLang="en-US" sz="1600" strike="noStrike" noProof="1">
                <a:solidFill>
                  <a:srgbClr val="FFFFFF"/>
                </a:solidFill>
                <a:latin typeface="微软雅黑" panose="020B0503020204020204" charset="-122"/>
                <a:ea typeface="微软雅黑" panose="020B0503020204020204" charset="-122"/>
              </a:rPr>
              <a:t>作答</a:t>
            </a:r>
          </a:p>
        </p:txBody>
      </p:sp>
      <p:sp>
        <p:nvSpPr>
          <p:cNvPr id="10" name="矩形 9"/>
          <p:cNvSpPr/>
          <p:nvPr>
            <p:custDataLst>
              <p:tags r:id="rId4"/>
            </p:custDataLst>
          </p:nvPr>
        </p:nvSpPr>
        <p:spPr>
          <a:xfrm>
            <a:off x="0" y="5848350"/>
            <a:ext cx="9144000" cy="366713"/>
          </a:xfrm>
          <a:prstGeom prst="rect">
            <a:avLst/>
          </a:prstGeom>
          <a:solidFill>
            <a:srgbClr val="FBFAEF"/>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noAutofit/>
          </a:bodyPr>
          <a:lstStyle/>
          <a:p>
            <a:pPr lvl="0" algn="l" fontAlgn="base">
              <a:buNone/>
            </a:pPr>
            <a:r>
              <a:rPr lang="zh-CN" altLang="en-US" sz="1200" strike="noStrike" noProof="1">
                <a:solidFill>
                  <a:srgbClr val="F84F41"/>
                </a:solidFill>
                <a:latin typeface="微软雅黑" panose="020B0503020204020204" charset="-122"/>
                <a:ea typeface="微软雅黑" panose="020B0503020204020204" charset="-122"/>
                <a:cs typeface="微软雅黑" panose="020B0503020204020204" charset="-122"/>
              </a:rPr>
              <a:t>正常使用填空题需3.0以上版本雨课堂</a:t>
            </a:r>
          </a:p>
        </p:txBody>
      </p:sp>
      <p:grpSp>
        <p:nvGrpSpPr>
          <p:cNvPr id="47108" name="组合 8"/>
          <p:cNvGrpSpPr/>
          <p:nvPr/>
        </p:nvGrpSpPr>
        <p:grpSpPr>
          <a:xfrm>
            <a:off x="0" y="0"/>
            <a:ext cx="9144000" cy="635000"/>
            <a:chOff x="0" y="0"/>
            <a:chExt cx="14400" cy="1000"/>
          </a:xfrm>
        </p:grpSpPr>
        <p:sp>
          <p:nvSpPr>
            <p:cNvPr id="5" name="TitleBackground"/>
            <p:cNvSpPr/>
            <p:nvPr>
              <p:custDataLst>
                <p:tags r:id="rId6"/>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 name="ColorBlock"/>
            <p:cNvSpPr/>
            <p:nvPr>
              <p:custDataLst>
                <p:tags r:id="rId7"/>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47111" name="TypeText"/>
            <p:cNvSpPr txBox="1"/>
            <p:nvPr>
              <p:custDataLst>
                <p:tags r:id="rId8"/>
              </p:custDataLst>
            </p:nvPr>
          </p:nvSpPr>
          <p:spPr>
            <a:xfrm>
              <a:off x="400" y="0"/>
              <a:ext cx="3000" cy="1000"/>
            </a:xfrm>
            <a:prstGeom prst="rect">
              <a:avLst/>
            </a:prstGeom>
            <a:noFill/>
            <a:ln w="9525">
              <a:noFill/>
            </a:ln>
          </p:spPr>
          <p:txBody>
            <a:bodyPr wrap="none" anchor="ctr" anchorCtr="0"/>
            <a:lstStyle/>
            <a:p>
              <a:r>
                <a:rPr lang="zh-CN" altLang="en-US" sz="2600">
                  <a:solidFill>
                    <a:srgbClr val="000000"/>
                  </a:solidFill>
                  <a:latin typeface="微软雅黑" panose="020B0503020204020204" charset="-122"/>
                  <a:ea typeface="微软雅黑" panose="020B0503020204020204" charset="-122"/>
                </a:rPr>
                <a:t>填空题</a:t>
              </a:r>
            </a:p>
          </p:txBody>
        </p:sp>
        <p:sp>
          <p:nvSpPr>
            <p:cNvPr id="47112" name="TipText"/>
            <p:cNvSpPr txBox="1"/>
            <p:nvPr>
              <p:custDataLst>
                <p:tags r:id="rId9"/>
              </p:custDataLst>
            </p:nvPr>
          </p:nvSpPr>
          <p:spPr>
            <a:xfrm>
              <a:off x="2248" y="172"/>
              <a:ext cx="3600" cy="800"/>
            </a:xfrm>
            <a:prstGeom prst="rect">
              <a:avLst/>
            </a:prstGeom>
            <a:noFill/>
            <a:ln w="9525">
              <a:noFill/>
            </a:ln>
          </p:spPr>
          <p:txBody>
            <a:bodyPr wrap="none" anchor="ctr" anchorCtr="0"/>
            <a:lstStyle/>
            <a:p>
              <a:r>
                <a:rPr lang="zh-CN" altLang="en-US" sz="2000">
                  <a:solidFill>
                    <a:srgbClr val="808080"/>
                  </a:solidFill>
                  <a:latin typeface="微软雅黑" panose="020B0503020204020204" charset="-122"/>
                  <a:ea typeface="微软雅黑" panose="020B0503020204020204" charset="-122"/>
                </a:rPr>
                <a:t>2分</a:t>
              </a:r>
            </a:p>
          </p:txBody>
        </p:sp>
      </p:grpSp>
      <p:pic>
        <p:nvPicPr>
          <p:cNvPr id="47113" name="图片 1" descr="tmpF29C"/>
          <p:cNvPicPr>
            <a:picLocks noChangeAspect="1"/>
          </p:cNvPicPr>
          <p:nvPr>
            <p:custDataLst>
              <p:tags r:id="rId5"/>
            </p:custDataLst>
          </p:nvPr>
        </p:nvPicPr>
        <p:blipFill>
          <a:blip r:embed="rId11"/>
          <a:stretch>
            <a:fillRect/>
          </a:stretch>
        </p:blipFill>
        <p:spPr>
          <a:xfrm>
            <a:off x="7594600" y="63500"/>
            <a:ext cx="1422400" cy="508000"/>
          </a:xfrm>
          <a:prstGeom prst="rect">
            <a:avLst/>
          </a:prstGeom>
          <a:noFill/>
          <a:ln w="9525">
            <a:noFill/>
          </a:ln>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704513"/>
          <p:cNvSpPr>
            <a:spLocks noGrp="1"/>
          </p:cNvSpPr>
          <p:nvPr>
            <p:ph type="title"/>
          </p:nvPr>
        </p:nvSpPr>
        <p:spPr>
          <a:xfrm>
            <a:off x="685800" y="152400"/>
            <a:ext cx="8229600" cy="1143000"/>
          </a:xfrm>
        </p:spPr>
        <p:txBody>
          <a:bodyPr anchor="ctr" anchorCtr="0"/>
          <a:lstStyle/>
          <a:p>
            <a:r>
              <a:rPr lang="en-US" altLang="zh-CN" sz="3600" b="1" dirty="0">
                <a:latin typeface="宋体" panose="02010600030101010101" pitchFamily="2" charset="-122"/>
              </a:rPr>
              <a:t>3</a:t>
            </a:r>
            <a:r>
              <a:rPr lang="zh-CN" altLang="en-US" sz="3600" b="1" dirty="0">
                <a:latin typeface="宋体" panose="02010600030101010101" pitchFamily="2" charset="-122"/>
              </a:rPr>
              <a:t>、计算机硬件的主要技术指标</a:t>
            </a:r>
            <a:endParaRPr lang="zh-CN" altLang="en-US" sz="3600" b="1">
              <a:latin typeface="宋体" panose="02010600030101010101" pitchFamily="2" charset="-122"/>
            </a:endParaRPr>
          </a:p>
        </p:txBody>
      </p:sp>
      <p:sp>
        <p:nvSpPr>
          <p:cNvPr id="704515" name="文本框 704514"/>
          <p:cNvSpPr txBox="1"/>
          <p:nvPr/>
        </p:nvSpPr>
        <p:spPr>
          <a:xfrm>
            <a:off x="236538" y="1450975"/>
            <a:ext cx="2735262" cy="579438"/>
          </a:xfrm>
          <a:prstGeom prst="rect">
            <a:avLst/>
          </a:prstGeom>
          <a:noFill/>
          <a:ln w="9525">
            <a:noFill/>
          </a:ln>
        </p:spPr>
        <p:txBody>
          <a:bodyPr anchor="t" anchorCtr="0">
            <a:spAutoFit/>
          </a:bodyPr>
          <a:lstStyle/>
          <a:p>
            <a:pPr>
              <a:spcBef>
                <a:spcPct val="20000"/>
              </a:spcBef>
            </a:pPr>
            <a:r>
              <a:rPr lang="en-US" altLang="zh-CN" sz="3200" b="1">
                <a:latin typeface="楷体_GB2312" pitchFamily="49" charset="-122"/>
                <a:ea typeface="楷体_GB2312" pitchFamily="49" charset="-122"/>
              </a:rPr>
              <a:t>①</a:t>
            </a:r>
            <a:r>
              <a:rPr lang="zh-CN" altLang="en-US" sz="3200" b="1" dirty="0">
                <a:latin typeface="宋体" panose="02010600030101010101" pitchFamily="2" charset="-122"/>
                <a:ea typeface="宋体" panose="02010600030101010101" pitchFamily="2" charset="-122"/>
              </a:rPr>
              <a:t>机器字长</a:t>
            </a:r>
          </a:p>
        </p:txBody>
      </p:sp>
      <p:sp>
        <p:nvSpPr>
          <p:cNvPr id="704516" name="文本框 704515"/>
          <p:cNvSpPr txBox="1"/>
          <p:nvPr/>
        </p:nvSpPr>
        <p:spPr>
          <a:xfrm>
            <a:off x="201613" y="4057650"/>
            <a:ext cx="2922587" cy="579438"/>
          </a:xfrm>
          <a:prstGeom prst="rect">
            <a:avLst/>
          </a:prstGeom>
          <a:noFill/>
          <a:ln w="9525">
            <a:noFill/>
          </a:ln>
        </p:spPr>
        <p:txBody>
          <a:bodyPr anchor="t" anchorCtr="0">
            <a:spAutoFit/>
          </a:bodyPr>
          <a:lstStyle/>
          <a:p>
            <a:pPr>
              <a:spcBef>
                <a:spcPct val="20000"/>
              </a:spcBef>
            </a:pPr>
            <a:r>
              <a:rPr lang="en-US" altLang="zh-CN" sz="3200" b="1">
                <a:latin typeface="Arial" panose="020B0604020202020204" pitchFamily="34" charset="0"/>
                <a:ea typeface="宋体" panose="02010600030101010101" pitchFamily="2" charset="-122"/>
              </a:rPr>
              <a:t>②</a:t>
            </a:r>
            <a:r>
              <a:rPr lang="zh-CN" altLang="en-US" sz="3200" b="1" dirty="0">
                <a:latin typeface="宋体" panose="02010600030101010101" pitchFamily="2" charset="-122"/>
                <a:ea typeface="宋体" panose="02010600030101010101" pitchFamily="2" charset="-122"/>
              </a:rPr>
              <a:t>运算速度</a:t>
            </a:r>
          </a:p>
        </p:txBody>
      </p:sp>
      <p:sp>
        <p:nvSpPr>
          <p:cNvPr id="704517" name="左大括号 704516"/>
          <p:cNvSpPr/>
          <p:nvPr/>
        </p:nvSpPr>
        <p:spPr>
          <a:xfrm>
            <a:off x="2438400" y="3141663"/>
            <a:ext cx="188913" cy="2954337"/>
          </a:xfrm>
          <a:prstGeom prst="leftBrace">
            <a:avLst>
              <a:gd name="adj1" fmla="val 130104"/>
              <a:gd name="adj2" fmla="val 45477"/>
            </a:avLst>
          </a:prstGeom>
          <a:noFill/>
          <a:ln w="38100" cap="flat" cmpd="sng">
            <a:solidFill>
              <a:schemeClr val="folHlink"/>
            </a:solidFill>
            <a:prstDash val="solid"/>
            <a:round/>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04518" name="文本框 704517"/>
          <p:cNvSpPr txBox="1"/>
          <p:nvPr/>
        </p:nvSpPr>
        <p:spPr>
          <a:xfrm>
            <a:off x="2667000" y="1347788"/>
            <a:ext cx="5757863" cy="1031875"/>
          </a:xfrm>
          <a:prstGeom prst="rect">
            <a:avLst/>
          </a:prstGeom>
          <a:noFill/>
          <a:ln w="9525">
            <a:noFill/>
          </a:ln>
        </p:spPr>
        <p:txBody>
          <a:bodyPr anchor="t" anchorCtr="0">
            <a:spAutoFit/>
          </a:bodyPr>
          <a:lstStyle/>
          <a:p>
            <a:pPr>
              <a:spcBef>
                <a:spcPct val="20000"/>
              </a:spcBef>
            </a:pPr>
            <a:r>
              <a:rPr lang="en-US" altLang="zh-CN" sz="2800" b="1">
                <a:latin typeface="宋体" panose="02010600030101010101" pitchFamily="2" charset="-122"/>
                <a:ea typeface="宋体" panose="02010600030101010101" pitchFamily="2" charset="-122"/>
              </a:rPr>
              <a:t>CPU</a:t>
            </a:r>
            <a:r>
              <a:rPr lang="en-US" altLang="zh-CN" sz="1400" b="1">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一次能处理数据的位数</a:t>
            </a:r>
          </a:p>
          <a:p>
            <a:pPr>
              <a:spcBef>
                <a:spcPct val="20000"/>
              </a:spcBef>
            </a:pPr>
            <a:r>
              <a:rPr lang="zh-CN" altLang="en-US" sz="2800" b="1" dirty="0">
                <a:latin typeface="宋体" panose="02010600030101010101" pitchFamily="2" charset="-122"/>
                <a:ea typeface="宋体" panose="02010600030101010101" pitchFamily="2" charset="-122"/>
              </a:rPr>
              <a:t>与</a:t>
            </a:r>
            <a:r>
              <a:rPr lang="zh-CN" altLang="en-US" sz="1400" b="1" dirty="0">
                <a:latin typeface="宋体" panose="02010600030101010101" pitchFamily="2" charset="-122"/>
                <a:ea typeface="宋体" panose="02010600030101010101" pitchFamily="2" charset="-122"/>
              </a:rPr>
              <a:t> </a:t>
            </a:r>
            <a:r>
              <a:rPr lang="en-US" altLang="zh-CN" sz="2800" b="1">
                <a:latin typeface="宋体" panose="02010600030101010101" pitchFamily="2" charset="-122"/>
                <a:ea typeface="宋体" panose="02010600030101010101" pitchFamily="2" charset="-122"/>
              </a:rPr>
              <a:t>CPU</a:t>
            </a:r>
            <a:r>
              <a:rPr lang="en-US" altLang="zh-CN" sz="1400" b="1">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中的</a:t>
            </a:r>
            <a:r>
              <a:rPr lang="zh-CN" altLang="en-US" sz="1400" b="1" dirty="0">
                <a:latin typeface="宋体" panose="02010600030101010101" pitchFamily="2" charset="-122"/>
                <a:ea typeface="宋体" panose="02010600030101010101" pitchFamily="2" charset="-122"/>
              </a:rPr>
              <a:t> </a:t>
            </a:r>
            <a:r>
              <a:rPr lang="zh-CN" altLang="en-US" sz="2800" b="1" dirty="0">
                <a:solidFill>
                  <a:srgbClr val="0000FF"/>
                </a:solidFill>
                <a:latin typeface="宋体" panose="02010600030101010101" pitchFamily="2" charset="-122"/>
                <a:ea typeface="宋体" panose="02010600030101010101" pitchFamily="2" charset="-122"/>
              </a:rPr>
              <a:t>寄存器位数</a:t>
            </a:r>
            <a:r>
              <a:rPr lang="zh-CN" altLang="en-US" sz="1400" b="1" dirty="0">
                <a:solidFill>
                  <a:schemeClr val="folHlink"/>
                </a:solidFill>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有关</a:t>
            </a:r>
          </a:p>
        </p:txBody>
      </p:sp>
      <p:sp>
        <p:nvSpPr>
          <p:cNvPr id="704519" name="文本框 704518"/>
          <p:cNvSpPr txBox="1"/>
          <p:nvPr/>
        </p:nvSpPr>
        <p:spPr>
          <a:xfrm>
            <a:off x="2627313" y="3284538"/>
            <a:ext cx="2266950" cy="519112"/>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主频</a:t>
            </a:r>
          </a:p>
        </p:txBody>
      </p:sp>
      <p:grpSp>
        <p:nvGrpSpPr>
          <p:cNvPr id="704520" name="组合 704519"/>
          <p:cNvGrpSpPr/>
          <p:nvPr/>
        </p:nvGrpSpPr>
        <p:grpSpPr>
          <a:xfrm>
            <a:off x="2613025" y="3914775"/>
            <a:ext cx="5924550" cy="579438"/>
            <a:chOff x="1692" y="2602"/>
            <a:chExt cx="3732" cy="365"/>
          </a:xfrm>
        </p:grpSpPr>
        <p:sp>
          <p:nvSpPr>
            <p:cNvPr id="48136" name="文本框 704520"/>
            <p:cNvSpPr txBox="1"/>
            <p:nvPr/>
          </p:nvSpPr>
          <p:spPr>
            <a:xfrm>
              <a:off x="2618" y="2617"/>
              <a:ext cx="2806" cy="327"/>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每秒执行百万条指令</a:t>
              </a:r>
            </a:p>
          </p:txBody>
        </p:sp>
        <p:sp>
          <p:nvSpPr>
            <p:cNvPr id="48137" name="文本框 704521"/>
            <p:cNvSpPr txBox="1"/>
            <p:nvPr/>
          </p:nvSpPr>
          <p:spPr>
            <a:xfrm>
              <a:off x="1692" y="2602"/>
              <a:ext cx="828" cy="365"/>
            </a:xfrm>
            <a:prstGeom prst="rect">
              <a:avLst/>
            </a:prstGeom>
            <a:noFill/>
            <a:ln w="9525">
              <a:noFill/>
            </a:ln>
          </p:spPr>
          <p:txBody>
            <a:bodyPr anchor="t" anchorCtr="0">
              <a:spAutoFit/>
            </a:bodyPr>
            <a:lstStyle/>
            <a:p>
              <a:pPr>
                <a:spcBef>
                  <a:spcPct val="20000"/>
                </a:spcBef>
              </a:pPr>
              <a:r>
                <a:rPr lang="en-US" altLang="zh-CN" sz="3200" b="1">
                  <a:latin typeface="宋体" panose="02010600030101010101" pitchFamily="2" charset="-122"/>
                  <a:ea typeface="宋体" panose="02010600030101010101" pitchFamily="2" charset="-122"/>
                </a:rPr>
                <a:t>MIPS</a:t>
              </a:r>
            </a:p>
          </p:txBody>
        </p:sp>
      </p:grpSp>
      <p:grpSp>
        <p:nvGrpSpPr>
          <p:cNvPr id="704523" name="组合 704522"/>
          <p:cNvGrpSpPr/>
          <p:nvPr/>
        </p:nvGrpSpPr>
        <p:grpSpPr>
          <a:xfrm>
            <a:off x="2614613" y="4706938"/>
            <a:ext cx="6391275" cy="598487"/>
            <a:chOff x="1800" y="3129"/>
            <a:chExt cx="3938" cy="377"/>
          </a:xfrm>
        </p:grpSpPr>
        <p:sp>
          <p:nvSpPr>
            <p:cNvPr id="48139" name="文本框 704523"/>
            <p:cNvSpPr txBox="1"/>
            <p:nvPr/>
          </p:nvSpPr>
          <p:spPr>
            <a:xfrm>
              <a:off x="2763" y="3129"/>
              <a:ext cx="2975" cy="327"/>
            </a:xfrm>
            <a:prstGeom prst="rect">
              <a:avLst/>
            </a:prstGeom>
            <a:noFill/>
            <a:ln w="9525">
              <a:noFill/>
            </a:ln>
          </p:spPr>
          <p:txBody>
            <a:bodyPr wrap="none" anchor="t" anchorCtr="0">
              <a:spAutoFit/>
            </a:bodyPr>
            <a:lstStyle/>
            <a:p>
              <a:pPr algn="ctr">
                <a:spcBef>
                  <a:spcPct val="20000"/>
                </a:spcBef>
              </a:pPr>
              <a:r>
                <a:rPr lang="zh-CN" altLang="en-US" sz="2800" b="1" dirty="0">
                  <a:latin typeface="宋体" panose="02010600030101010101" pitchFamily="2" charset="-122"/>
                  <a:ea typeface="宋体" panose="02010600030101010101" pitchFamily="2" charset="-122"/>
                </a:rPr>
                <a:t>执行一条指令所需时钟周期数</a:t>
              </a:r>
            </a:p>
          </p:txBody>
        </p:sp>
        <p:sp>
          <p:nvSpPr>
            <p:cNvPr id="48140" name="文本框 704524"/>
            <p:cNvSpPr txBox="1"/>
            <p:nvPr/>
          </p:nvSpPr>
          <p:spPr>
            <a:xfrm>
              <a:off x="1800" y="3141"/>
              <a:ext cx="500" cy="365"/>
            </a:xfrm>
            <a:prstGeom prst="rect">
              <a:avLst/>
            </a:prstGeom>
            <a:noFill/>
            <a:ln w="9525">
              <a:noFill/>
            </a:ln>
          </p:spPr>
          <p:txBody>
            <a:bodyPr anchor="t" anchorCtr="0">
              <a:spAutoFit/>
            </a:bodyPr>
            <a:lstStyle/>
            <a:p>
              <a:pPr algn="ctr">
                <a:spcBef>
                  <a:spcPct val="20000"/>
                </a:spcBef>
              </a:pPr>
              <a:r>
                <a:rPr lang="en-US" altLang="zh-CN" sz="3200" b="1">
                  <a:latin typeface="宋体" panose="02010600030101010101" pitchFamily="2" charset="-122"/>
                  <a:ea typeface="宋体" panose="02010600030101010101" pitchFamily="2" charset="-122"/>
                </a:rPr>
                <a:t>CPI</a:t>
              </a:r>
            </a:p>
          </p:txBody>
        </p:sp>
      </p:grpSp>
      <p:grpSp>
        <p:nvGrpSpPr>
          <p:cNvPr id="704526" name="组合 704525"/>
          <p:cNvGrpSpPr/>
          <p:nvPr/>
        </p:nvGrpSpPr>
        <p:grpSpPr>
          <a:xfrm>
            <a:off x="2613025" y="5519738"/>
            <a:ext cx="5695950" cy="588962"/>
            <a:chOff x="1692" y="3613"/>
            <a:chExt cx="3588" cy="371"/>
          </a:xfrm>
        </p:grpSpPr>
        <p:sp>
          <p:nvSpPr>
            <p:cNvPr id="48142" name="文本框 704526"/>
            <p:cNvSpPr txBox="1"/>
            <p:nvPr/>
          </p:nvSpPr>
          <p:spPr>
            <a:xfrm>
              <a:off x="2610" y="3657"/>
              <a:ext cx="2670" cy="327"/>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每秒浮点运算次数</a:t>
              </a:r>
            </a:p>
          </p:txBody>
        </p:sp>
        <p:sp>
          <p:nvSpPr>
            <p:cNvPr id="48143" name="文本框 704527"/>
            <p:cNvSpPr txBox="1"/>
            <p:nvPr/>
          </p:nvSpPr>
          <p:spPr>
            <a:xfrm>
              <a:off x="1692" y="3613"/>
              <a:ext cx="1060" cy="365"/>
            </a:xfrm>
            <a:prstGeom prst="rect">
              <a:avLst/>
            </a:prstGeom>
            <a:noFill/>
            <a:ln w="9525">
              <a:noFill/>
            </a:ln>
          </p:spPr>
          <p:txBody>
            <a:bodyPr anchor="t" anchorCtr="0">
              <a:spAutoFit/>
            </a:bodyPr>
            <a:lstStyle/>
            <a:p>
              <a:pPr>
                <a:spcBef>
                  <a:spcPct val="20000"/>
                </a:spcBef>
              </a:pPr>
              <a:r>
                <a:rPr lang="en-US" altLang="zh-CN" sz="3200" b="1">
                  <a:latin typeface="宋体" panose="02010600030101010101" pitchFamily="2" charset="-122"/>
                  <a:ea typeface="宋体" panose="02010600030101010101" pitchFamily="2" charset="-122"/>
                </a:rPr>
                <a:t>FLOPS</a:t>
              </a:r>
            </a:p>
          </p:txBody>
        </p:sp>
      </p:grpSp>
      <p:sp>
        <p:nvSpPr>
          <p:cNvPr id="704529" name="矩形 704528"/>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1.1</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4515"/>
                                        </p:tgtEl>
                                        <p:attrNameLst>
                                          <p:attrName>style.visibility</p:attrName>
                                        </p:attrNameLst>
                                      </p:cBhvr>
                                      <p:to>
                                        <p:strVal val="visible"/>
                                      </p:to>
                                    </p:set>
                                    <p:animEffect transition="in" filter="blinds(horizontal)">
                                      <p:cBhvr>
                                        <p:cTn id="7" dur="500"/>
                                        <p:tgtEl>
                                          <p:spTgt spid="7045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4518"/>
                                        </p:tgtEl>
                                        <p:attrNameLst>
                                          <p:attrName>style.visibility</p:attrName>
                                        </p:attrNameLst>
                                      </p:cBhvr>
                                      <p:to>
                                        <p:strVal val="visible"/>
                                      </p:to>
                                    </p:set>
                                    <p:animEffect transition="in" filter="blinds(horizontal)">
                                      <p:cBhvr>
                                        <p:cTn id="12" dur="500"/>
                                        <p:tgtEl>
                                          <p:spTgt spid="7045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4516"/>
                                        </p:tgtEl>
                                        <p:attrNameLst>
                                          <p:attrName>style.visibility</p:attrName>
                                        </p:attrNameLst>
                                      </p:cBhvr>
                                      <p:to>
                                        <p:strVal val="visible"/>
                                      </p:to>
                                    </p:set>
                                    <p:animEffect transition="in" filter="blinds(horizontal)">
                                      <p:cBhvr>
                                        <p:cTn id="17" dur="500"/>
                                        <p:tgtEl>
                                          <p:spTgt spid="704516"/>
                                        </p:tgtEl>
                                      </p:cBhvr>
                                    </p:animEffect>
                                  </p:childTnLst>
                                </p:cTn>
                              </p:par>
                            </p:childTnLst>
                          </p:cTn>
                        </p:par>
                        <p:par>
                          <p:cTn id="18" fill="hold">
                            <p:stCondLst>
                              <p:cond delay="500"/>
                            </p:stCondLst>
                            <p:childTnLst>
                              <p:par>
                                <p:cTn id="19" presetID="16" presetClass="entr" presetSubtype="42" fill="hold" nodeType="afterEffect">
                                  <p:stCondLst>
                                    <p:cond delay="0"/>
                                  </p:stCondLst>
                                  <p:childTnLst>
                                    <p:set>
                                      <p:cBhvr>
                                        <p:cTn id="20" dur="1" fill="hold">
                                          <p:stCondLst>
                                            <p:cond delay="0"/>
                                          </p:stCondLst>
                                        </p:cTn>
                                        <p:tgtEl>
                                          <p:spTgt spid="704517"/>
                                        </p:tgtEl>
                                        <p:attrNameLst>
                                          <p:attrName>style.visibility</p:attrName>
                                        </p:attrNameLst>
                                      </p:cBhvr>
                                      <p:to>
                                        <p:strVal val="visible"/>
                                      </p:to>
                                    </p:set>
                                    <p:animEffect transition="in" filter="barn(outHorizontal)">
                                      <p:cBhvr>
                                        <p:cTn id="21" dur="500"/>
                                        <p:tgtEl>
                                          <p:spTgt spid="70451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704519"/>
                                        </p:tgtEl>
                                        <p:attrNameLst>
                                          <p:attrName>style.visibility</p:attrName>
                                        </p:attrNameLst>
                                      </p:cBhvr>
                                      <p:to>
                                        <p:strVal val="visible"/>
                                      </p:to>
                                    </p:set>
                                    <p:animEffect transition="in" filter="blinds(horizontal)">
                                      <p:cBhvr>
                                        <p:cTn id="26" dur="500"/>
                                        <p:tgtEl>
                                          <p:spTgt spid="704519"/>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704520"/>
                                        </p:tgtEl>
                                        <p:attrNameLst>
                                          <p:attrName>style.visibility</p:attrName>
                                        </p:attrNameLst>
                                      </p:cBhvr>
                                      <p:to>
                                        <p:strVal val="visible"/>
                                      </p:to>
                                    </p:set>
                                    <p:animEffect transition="in" filter="blinds(horizontal)">
                                      <p:cBhvr>
                                        <p:cTn id="31" dur="500"/>
                                        <p:tgtEl>
                                          <p:spTgt spid="70452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704523"/>
                                        </p:tgtEl>
                                        <p:attrNameLst>
                                          <p:attrName>style.visibility</p:attrName>
                                        </p:attrNameLst>
                                      </p:cBhvr>
                                      <p:to>
                                        <p:strVal val="visible"/>
                                      </p:to>
                                    </p:set>
                                    <p:animEffect transition="in" filter="blinds(horizontal)">
                                      <p:cBhvr>
                                        <p:cTn id="36" dur="500"/>
                                        <p:tgtEl>
                                          <p:spTgt spid="704523"/>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704526"/>
                                        </p:tgtEl>
                                        <p:attrNameLst>
                                          <p:attrName>style.visibility</p:attrName>
                                        </p:attrNameLst>
                                      </p:cBhvr>
                                      <p:to>
                                        <p:strVal val="visible"/>
                                      </p:to>
                                    </p:set>
                                    <p:animEffect transition="in" filter="blinds(horizontal)">
                                      <p:cBhvr>
                                        <p:cTn id="41" dur="500"/>
                                        <p:tgtEl>
                                          <p:spTgt spid="704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15" grpId="0"/>
      <p:bldP spid="704516" grpId="0"/>
      <p:bldP spid="704518" grpId="0"/>
      <p:bldP spid="7045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文本框 690177"/>
          <p:cNvSpPr txBox="1"/>
          <p:nvPr/>
        </p:nvSpPr>
        <p:spPr>
          <a:xfrm>
            <a:off x="4594225" y="4821238"/>
            <a:ext cx="2597150" cy="519112"/>
          </a:xfrm>
          <a:prstGeom prst="rect">
            <a:avLst/>
          </a:prstGeom>
          <a:noFill/>
          <a:ln w="9525">
            <a:noFill/>
          </a:ln>
        </p:spPr>
        <p:txBody>
          <a:bodyPr anchor="t" anchorCtr="0">
            <a:spAutoFit/>
          </a:bodyPr>
          <a:lstStyle/>
          <a:p>
            <a:pPr>
              <a:spcBef>
                <a:spcPct val="20000"/>
              </a:spcBef>
            </a:pPr>
            <a:r>
              <a:rPr lang="en-US" altLang="zh-CN" sz="2800" b="1">
                <a:latin typeface="Times New Roman" panose="02020603050405020304" pitchFamily="18" charset="0"/>
                <a:ea typeface="宋体" panose="02010600030101010101" pitchFamily="2" charset="-122"/>
              </a:rPr>
              <a:t>2</a:t>
            </a:r>
            <a:r>
              <a:rPr lang="en-US" altLang="zh-CN" sz="2800" b="1" baseline="40000">
                <a:latin typeface="Times New Roman" panose="02020603050405020304" pitchFamily="18" charset="0"/>
                <a:ea typeface="宋体" panose="02010600030101010101" pitchFamily="2" charset="-122"/>
              </a:rPr>
              <a:t>21</a:t>
            </a:r>
            <a:r>
              <a:rPr lang="en-US" altLang="zh-CN" sz="2800" b="1" baseline="30000">
                <a:latin typeface="Times New Roman" panose="02020603050405020304" pitchFamily="18" charset="0"/>
                <a:ea typeface="宋体" panose="02010600030101010101" pitchFamily="2" charset="-122"/>
              </a:rPr>
              <a:t>  </a:t>
            </a:r>
            <a:r>
              <a:rPr lang="en-US" altLang="zh-CN" sz="2800" b="1">
                <a:latin typeface="宋体" panose="02010600030101010101" pitchFamily="2" charset="-122"/>
                <a:ea typeface="宋体" panose="02010600030101010101" pitchFamily="2" charset="-122"/>
              </a:rPr>
              <a:t>=</a:t>
            </a:r>
            <a:r>
              <a:rPr lang="en-US" altLang="zh-CN" sz="1000" b="1">
                <a:latin typeface="宋体" panose="02010600030101010101" pitchFamily="2" charset="-122"/>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256KB</a:t>
            </a:r>
          </a:p>
        </p:txBody>
      </p:sp>
      <p:grpSp>
        <p:nvGrpSpPr>
          <p:cNvPr id="690179" name="组合 690178"/>
          <p:cNvGrpSpPr/>
          <p:nvPr/>
        </p:nvGrpSpPr>
        <p:grpSpPr>
          <a:xfrm>
            <a:off x="3657600" y="4267200"/>
            <a:ext cx="3505200" cy="585788"/>
            <a:chOff x="2304" y="2688"/>
            <a:chExt cx="2208" cy="369"/>
          </a:xfrm>
        </p:grpSpPr>
        <p:sp>
          <p:nvSpPr>
            <p:cNvPr id="49155" name="文本框 690179"/>
            <p:cNvSpPr txBox="1"/>
            <p:nvPr/>
          </p:nvSpPr>
          <p:spPr>
            <a:xfrm>
              <a:off x="2894" y="2730"/>
              <a:ext cx="1618" cy="327"/>
            </a:xfrm>
            <a:prstGeom prst="rect">
              <a:avLst/>
            </a:prstGeom>
            <a:noFill/>
            <a:ln w="9525">
              <a:noFill/>
            </a:ln>
          </p:spPr>
          <p:txBody>
            <a:bodyPr anchor="t" anchorCtr="0">
              <a:spAutoFit/>
            </a:bodyPr>
            <a:lstStyle/>
            <a:p>
              <a:pPr>
                <a:spcBef>
                  <a:spcPct val="20000"/>
                </a:spcBef>
              </a:pPr>
              <a:r>
                <a:rPr lang="en-US" altLang="zh-CN" sz="2800" b="1">
                  <a:latin typeface="Times New Roman" panose="02020603050405020304" pitchFamily="18" charset="0"/>
                  <a:ea typeface="宋体" panose="02010600030101010101" pitchFamily="2" charset="-122"/>
                </a:rPr>
                <a:t>2</a:t>
              </a:r>
              <a:r>
                <a:rPr lang="en-US" altLang="zh-CN" sz="2800" b="1" baseline="40000">
                  <a:latin typeface="Times New Roman" panose="02020603050405020304" pitchFamily="18" charset="0"/>
                  <a:ea typeface="宋体" panose="02010600030101010101" pitchFamily="2" charset="-122"/>
                </a:rPr>
                <a:t>13  </a:t>
              </a:r>
              <a:r>
                <a:rPr lang="en-US" altLang="zh-CN" sz="2800" b="1">
                  <a:latin typeface="宋体" panose="02010600030101010101" pitchFamily="2" charset="-122"/>
                  <a:ea typeface="宋体" panose="02010600030101010101" pitchFamily="2" charset="-122"/>
                </a:rPr>
                <a:t>=</a:t>
              </a:r>
              <a:r>
                <a:rPr lang="en-US" altLang="zh-CN" sz="1000" b="1">
                  <a:latin typeface="宋体" panose="02010600030101010101" pitchFamily="2" charset="-122"/>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1KB</a:t>
              </a:r>
            </a:p>
          </p:txBody>
        </p:sp>
        <p:sp>
          <p:nvSpPr>
            <p:cNvPr id="49156" name="文本框 690180"/>
            <p:cNvSpPr txBox="1"/>
            <p:nvPr/>
          </p:nvSpPr>
          <p:spPr>
            <a:xfrm>
              <a:off x="2304" y="2688"/>
              <a:ext cx="480" cy="365"/>
            </a:xfrm>
            <a:prstGeom prst="rect">
              <a:avLst/>
            </a:prstGeom>
            <a:noFill/>
            <a:ln w="9525">
              <a:noFill/>
            </a:ln>
          </p:spPr>
          <p:txBody>
            <a:bodyPr anchor="t" anchorCtr="0">
              <a:spAutoFit/>
            </a:bodyPr>
            <a:lstStyle/>
            <a:p>
              <a:pPr algn="ctr">
                <a:spcBef>
                  <a:spcPct val="50000"/>
                </a:spcBef>
              </a:pPr>
              <a:r>
                <a:rPr lang="zh-CN" altLang="en-US" sz="2800" b="1" dirty="0">
                  <a:latin typeface="宋体" panose="02010600030101010101" pitchFamily="2" charset="-122"/>
                  <a:ea typeface="宋体" panose="02010600030101010101" pitchFamily="2" charset="-122"/>
                </a:rPr>
                <a:t>如</a:t>
              </a:r>
              <a:r>
                <a:rPr lang="zh-CN" altLang="en-US" sz="3200" b="1" dirty="0">
                  <a:latin typeface="宋体" panose="02010600030101010101" pitchFamily="2" charset="-122"/>
                  <a:ea typeface="宋体" panose="02010600030101010101" pitchFamily="2" charset="-122"/>
                </a:rPr>
                <a:t>：</a:t>
              </a:r>
            </a:p>
          </p:txBody>
        </p:sp>
      </p:grpSp>
      <p:sp>
        <p:nvSpPr>
          <p:cNvPr id="49157" name="文本框 690181"/>
          <p:cNvSpPr txBox="1"/>
          <p:nvPr/>
        </p:nvSpPr>
        <p:spPr>
          <a:xfrm>
            <a:off x="755650" y="549275"/>
            <a:ext cx="3182938" cy="579438"/>
          </a:xfrm>
          <a:prstGeom prst="rect">
            <a:avLst/>
          </a:prstGeom>
          <a:noFill/>
          <a:ln w="9525">
            <a:noFill/>
          </a:ln>
        </p:spPr>
        <p:txBody>
          <a:bodyPr anchor="t" anchorCtr="0">
            <a:spAutoFit/>
          </a:bodyPr>
          <a:lstStyle/>
          <a:p>
            <a:pPr>
              <a:spcBef>
                <a:spcPct val="20000"/>
              </a:spcBef>
            </a:pPr>
            <a:r>
              <a:rPr lang="en-US" altLang="zh-CN" sz="3200" b="1">
                <a:latin typeface="Arial" panose="020B0604020202020204" pitchFamily="34" charset="0"/>
                <a:ea typeface="宋体" panose="02010600030101010101" pitchFamily="2" charset="-122"/>
              </a:rPr>
              <a:t>③</a:t>
            </a:r>
            <a:r>
              <a:rPr lang="zh-CN" altLang="en-US" sz="3200" b="1" dirty="0">
                <a:latin typeface="宋体" panose="02010600030101010101" pitchFamily="2" charset="-122"/>
                <a:ea typeface="宋体" panose="02010600030101010101" pitchFamily="2" charset="-122"/>
              </a:rPr>
              <a:t>存储容量</a:t>
            </a:r>
          </a:p>
        </p:txBody>
      </p:sp>
      <p:sp>
        <p:nvSpPr>
          <p:cNvPr id="690183" name="左大括号 690182"/>
          <p:cNvSpPr/>
          <p:nvPr/>
        </p:nvSpPr>
        <p:spPr>
          <a:xfrm>
            <a:off x="457200" y="3048000"/>
            <a:ext cx="304800" cy="2667000"/>
          </a:xfrm>
          <a:prstGeom prst="leftBrace">
            <a:avLst>
              <a:gd name="adj1" fmla="val 72795"/>
              <a:gd name="adj2" fmla="val 50000"/>
            </a:avLst>
          </a:prstGeom>
          <a:noFill/>
          <a:ln w="38100" cap="flat" cmpd="sng">
            <a:solidFill>
              <a:schemeClr val="folHlink"/>
            </a:solidFill>
            <a:prstDash val="solid"/>
            <a:round/>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90184" name="文本框 690183"/>
          <p:cNvSpPr txBox="1"/>
          <p:nvPr/>
        </p:nvSpPr>
        <p:spPr>
          <a:xfrm>
            <a:off x="762000" y="2719388"/>
            <a:ext cx="1938338" cy="579437"/>
          </a:xfrm>
          <a:prstGeom prst="rect">
            <a:avLst/>
          </a:prstGeom>
          <a:noFill/>
          <a:ln w="9525">
            <a:noFill/>
          </a:ln>
        </p:spPr>
        <p:txBody>
          <a:bodyPr anchor="t" anchorCtr="0">
            <a:spAutoFit/>
          </a:bodyPr>
          <a:lstStyle/>
          <a:p>
            <a:pPr>
              <a:spcBef>
                <a:spcPct val="20000"/>
              </a:spcBef>
            </a:pPr>
            <a:r>
              <a:rPr lang="zh-CN" altLang="en-US" sz="3200" b="1" dirty="0">
                <a:latin typeface="宋体" panose="02010600030101010101" pitchFamily="2" charset="-122"/>
                <a:ea typeface="宋体" panose="02010600030101010101" pitchFamily="2" charset="-122"/>
              </a:rPr>
              <a:t>主存容量</a:t>
            </a:r>
          </a:p>
        </p:txBody>
      </p:sp>
      <p:sp>
        <p:nvSpPr>
          <p:cNvPr id="690185" name="文本框 690184"/>
          <p:cNvSpPr txBox="1"/>
          <p:nvPr/>
        </p:nvSpPr>
        <p:spPr>
          <a:xfrm>
            <a:off x="762000" y="5507038"/>
            <a:ext cx="1816100" cy="579437"/>
          </a:xfrm>
          <a:prstGeom prst="rect">
            <a:avLst/>
          </a:prstGeom>
          <a:noFill/>
          <a:ln w="9525">
            <a:noFill/>
          </a:ln>
        </p:spPr>
        <p:txBody>
          <a:bodyPr wrap="none" anchor="t" anchorCtr="0">
            <a:spAutoFit/>
          </a:bodyPr>
          <a:lstStyle/>
          <a:p>
            <a:pPr>
              <a:spcBef>
                <a:spcPct val="20000"/>
              </a:spcBef>
            </a:pPr>
            <a:r>
              <a:rPr lang="zh-CN" altLang="en-US" sz="3200" b="1" dirty="0">
                <a:latin typeface="宋体" panose="02010600030101010101" pitchFamily="2" charset="-122"/>
                <a:ea typeface="宋体" panose="02010600030101010101" pitchFamily="2" charset="-122"/>
              </a:rPr>
              <a:t>辅存容量</a:t>
            </a:r>
          </a:p>
        </p:txBody>
      </p:sp>
      <p:sp>
        <p:nvSpPr>
          <p:cNvPr id="690186" name="左大括号 690185"/>
          <p:cNvSpPr/>
          <p:nvPr/>
        </p:nvSpPr>
        <p:spPr>
          <a:xfrm>
            <a:off x="2667000" y="1847850"/>
            <a:ext cx="304800" cy="2286000"/>
          </a:xfrm>
          <a:prstGeom prst="leftBrace">
            <a:avLst>
              <a:gd name="adj1" fmla="val 62500"/>
              <a:gd name="adj2" fmla="val 50000"/>
            </a:avLst>
          </a:prstGeom>
          <a:noFill/>
          <a:ln w="38100" cap="flat" cmpd="sng">
            <a:solidFill>
              <a:schemeClr val="folHlink"/>
            </a:solidFill>
            <a:prstDash val="solid"/>
            <a:round/>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90187" name="文本框 690186"/>
          <p:cNvSpPr txBox="1"/>
          <p:nvPr/>
        </p:nvSpPr>
        <p:spPr>
          <a:xfrm>
            <a:off x="3048000" y="1576388"/>
            <a:ext cx="5105400" cy="519112"/>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存储单元个数</a:t>
            </a:r>
            <a:r>
              <a:rPr lang="zh-CN" altLang="en-US" sz="900" b="1" dirty="0">
                <a:latin typeface="宋体" panose="02010600030101010101" pitchFamily="2" charset="-122"/>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a:t>
            </a:r>
            <a:r>
              <a:rPr lang="en-US" altLang="zh-CN" sz="900" b="1">
                <a:latin typeface="Times New Roman" panose="02020603050405020304" pitchFamily="18" charset="0"/>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存储字长</a:t>
            </a:r>
          </a:p>
        </p:txBody>
      </p:sp>
      <p:sp>
        <p:nvSpPr>
          <p:cNvPr id="690188" name="文本框 690187"/>
          <p:cNvSpPr txBox="1"/>
          <p:nvPr/>
        </p:nvSpPr>
        <p:spPr>
          <a:xfrm>
            <a:off x="3048000" y="3840163"/>
            <a:ext cx="1677988" cy="519112"/>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字节数</a:t>
            </a:r>
          </a:p>
        </p:txBody>
      </p:sp>
      <p:sp>
        <p:nvSpPr>
          <p:cNvPr id="690189" name="文本框 690188"/>
          <p:cNvSpPr txBox="1"/>
          <p:nvPr/>
        </p:nvSpPr>
        <p:spPr>
          <a:xfrm>
            <a:off x="3048000" y="5508625"/>
            <a:ext cx="3429000" cy="519113"/>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字节数    </a:t>
            </a:r>
            <a:r>
              <a:rPr lang="en-US" altLang="zh-CN" sz="2800" b="1">
                <a:latin typeface="Times New Roman" panose="02020603050405020304" pitchFamily="18" charset="0"/>
                <a:ea typeface="宋体" panose="02010600030101010101" pitchFamily="2" charset="-122"/>
              </a:rPr>
              <a:t>80GB</a:t>
            </a:r>
          </a:p>
        </p:txBody>
      </p:sp>
      <p:sp>
        <p:nvSpPr>
          <p:cNvPr id="690190" name="文本框 690189"/>
          <p:cNvSpPr txBox="1"/>
          <p:nvPr/>
        </p:nvSpPr>
        <p:spPr>
          <a:xfrm>
            <a:off x="3589338" y="2133600"/>
            <a:ext cx="5249862" cy="519113"/>
          </a:xfrm>
          <a:prstGeom prst="rect">
            <a:avLst/>
          </a:prstGeom>
          <a:noFill/>
          <a:ln w="9525">
            <a:noFill/>
          </a:ln>
        </p:spPr>
        <p:txBody>
          <a:bodyPr anchor="t" anchorCtr="0">
            <a:spAutoFit/>
          </a:bodyPr>
          <a:lstStyle/>
          <a:p>
            <a:pPr marL="457200" indent="-457200">
              <a:spcBef>
                <a:spcPct val="20000"/>
              </a:spcBef>
            </a:pPr>
            <a:r>
              <a:rPr lang="zh-CN" altLang="en-US" sz="2800" b="1" dirty="0">
                <a:latin typeface="宋体" panose="02010600030101010101" pitchFamily="2" charset="-122"/>
                <a:ea typeface="宋体" panose="02010600030101010101" pitchFamily="2" charset="-122"/>
              </a:rPr>
              <a:t>如：</a:t>
            </a:r>
            <a:r>
              <a:rPr lang="en-US" altLang="zh-CN" sz="2800" b="1" dirty="0">
                <a:latin typeface="宋体" panose="02010600030101010101" pitchFamily="2" charset="-122"/>
                <a:ea typeface="宋体" panose="02010600030101010101" pitchFamily="2" charset="-122"/>
              </a:rPr>
              <a:t>MAR   MDR     </a:t>
            </a:r>
            <a:r>
              <a:rPr lang="zh-CN" altLang="en-US" sz="2800" b="1" dirty="0">
                <a:latin typeface="宋体" panose="02010600030101010101" pitchFamily="2" charset="-122"/>
                <a:ea typeface="宋体" panose="02010600030101010101" pitchFamily="2" charset="-122"/>
              </a:rPr>
              <a:t>容量</a:t>
            </a:r>
            <a:endParaRPr lang="zh-CN" altLang="en-US" sz="2800" b="1">
              <a:latin typeface="宋体" panose="02010600030101010101" pitchFamily="2" charset="-122"/>
              <a:ea typeface="宋体" panose="02010600030101010101" pitchFamily="2" charset="-122"/>
            </a:endParaRPr>
          </a:p>
        </p:txBody>
      </p:sp>
      <p:sp>
        <p:nvSpPr>
          <p:cNvPr id="690191" name="文本框 690190"/>
          <p:cNvSpPr txBox="1"/>
          <p:nvPr/>
        </p:nvSpPr>
        <p:spPr>
          <a:xfrm>
            <a:off x="4267200" y="2590800"/>
            <a:ext cx="2286000" cy="519113"/>
          </a:xfrm>
          <a:prstGeom prst="rect">
            <a:avLst/>
          </a:prstGeom>
          <a:noFill/>
          <a:ln w="9525">
            <a:noFill/>
          </a:ln>
        </p:spPr>
        <p:txBody>
          <a:bodyPr anchor="t" anchorCtr="0">
            <a:spAutoFit/>
          </a:bodyPr>
          <a:lstStyle/>
          <a:p>
            <a:pPr>
              <a:spcBef>
                <a:spcPct val="20000"/>
              </a:spcBef>
            </a:pPr>
            <a:r>
              <a:rPr lang="en-US" altLang="zh-CN" sz="2800" b="1">
                <a:latin typeface="Times New Roman" panose="02020603050405020304" pitchFamily="18" charset="0"/>
                <a:ea typeface="宋体" panose="02010600030101010101" pitchFamily="2" charset="-122"/>
              </a:rPr>
              <a:t>10</a:t>
            </a:r>
            <a:r>
              <a:rPr lang="en-US" altLang="zh-CN" sz="2800" b="1">
                <a:latin typeface="宋体" panose="02010600030101010101" pitchFamily="2" charset="-122"/>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8</a:t>
            </a:r>
          </a:p>
        </p:txBody>
      </p:sp>
      <p:sp>
        <p:nvSpPr>
          <p:cNvPr id="690192" name="文本框 690191"/>
          <p:cNvSpPr txBox="1"/>
          <p:nvPr/>
        </p:nvSpPr>
        <p:spPr>
          <a:xfrm>
            <a:off x="4267200" y="3070225"/>
            <a:ext cx="2286000" cy="519113"/>
          </a:xfrm>
          <a:prstGeom prst="rect">
            <a:avLst/>
          </a:prstGeom>
          <a:noFill/>
          <a:ln w="9525">
            <a:noFill/>
          </a:ln>
        </p:spPr>
        <p:txBody>
          <a:bodyPr anchor="t" anchorCtr="0">
            <a:spAutoFit/>
          </a:bodyPr>
          <a:lstStyle/>
          <a:p>
            <a:pPr>
              <a:spcBef>
                <a:spcPct val="20000"/>
              </a:spcBef>
            </a:pPr>
            <a:r>
              <a:rPr lang="en-US" altLang="zh-CN" sz="2800" b="1">
                <a:latin typeface="Times New Roman" panose="02020603050405020304" pitchFamily="18" charset="0"/>
                <a:ea typeface="宋体" panose="02010600030101010101" pitchFamily="2" charset="-122"/>
              </a:rPr>
              <a:t>16</a:t>
            </a:r>
            <a:r>
              <a:rPr lang="en-US" altLang="zh-CN" sz="2800" b="1">
                <a:latin typeface="宋体" panose="02010600030101010101" pitchFamily="2" charset="-122"/>
                <a:ea typeface="宋体" panose="02010600030101010101" pitchFamily="2" charset="-122"/>
              </a:rPr>
              <a:t>    </a:t>
            </a:r>
            <a:r>
              <a:rPr lang="en-US" altLang="zh-CN" sz="800" b="1">
                <a:latin typeface="宋体" panose="02010600030101010101" pitchFamily="2" charset="-122"/>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32</a:t>
            </a:r>
          </a:p>
        </p:txBody>
      </p:sp>
      <p:sp>
        <p:nvSpPr>
          <p:cNvPr id="690193" name="文本框 690192"/>
          <p:cNvSpPr txBox="1"/>
          <p:nvPr/>
        </p:nvSpPr>
        <p:spPr>
          <a:xfrm>
            <a:off x="3048000" y="609600"/>
            <a:ext cx="5105400" cy="519113"/>
          </a:xfrm>
          <a:prstGeom prst="rect">
            <a:avLst/>
          </a:prstGeom>
          <a:noFill/>
          <a:ln w="9525">
            <a:noFill/>
          </a:ln>
        </p:spPr>
        <p:txBody>
          <a:bodyPr anchor="t" anchorCtr="0">
            <a:spAutoFit/>
          </a:bodyPr>
          <a:lstStyle/>
          <a:p>
            <a:pPr>
              <a:spcBef>
                <a:spcPct val="20000"/>
              </a:spcBef>
            </a:pPr>
            <a:r>
              <a:rPr lang="zh-CN" altLang="en-US" sz="2800" b="1" dirty="0">
                <a:latin typeface="宋体" panose="02010600030101010101" pitchFamily="2" charset="-122"/>
                <a:ea typeface="宋体" panose="02010600030101010101" pitchFamily="2" charset="-122"/>
              </a:rPr>
              <a:t>存放二进制信息的总数量</a:t>
            </a:r>
          </a:p>
        </p:txBody>
      </p:sp>
      <p:sp>
        <p:nvSpPr>
          <p:cNvPr id="690194" name="矩形 690193"/>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1.1</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grpSp>
        <p:nvGrpSpPr>
          <p:cNvPr id="690195" name="组合 690194"/>
          <p:cNvGrpSpPr/>
          <p:nvPr/>
        </p:nvGrpSpPr>
        <p:grpSpPr>
          <a:xfrm>
            <a:off x="6781800" y="3733800"/>
            <a:ext cx="1981200" cy="457200"/>
            <a:chOff x="4272" y="2352"/>
            <a:chExt cx="1248" cy="288"/>
          </a:xfrm>
        </p:grpSpPr>
        <p:sp>
          <p:nvSpPr>
            <p:cNvPr id="49171" name="圆角矩形标注 690195"/>
            <p:cNvSpPr/>
            <p:nvPr/>
          </p:nvSpPr>
          <p:spPr>
            <a:xfrm>
              <a:off x="4272" y="2352"/>
              <a:ext cx="912" cy="288"/>
            </a:xfrm>
            <a:prstGeom prst="wedgeRoundRectCallout">
              <a:avLst>
                <a:gd name="adj1" fmla="val -32894"/>
                <a:gd name="adj2" fmla="val -96528"/>
                <a:gd name="adj3" fmla="val 16667"/>
              </a:avLst>
            </a:prstGeom>
            <a:noFill/>
            <a:ln w="28575" cap="flat" cmpd="sng">
              <a:solidFill>
                <a:schemeClr val="folHlink"/>
              </a:solidFill>
              <a:prstDash val="solid"/>
              <a:miter/>
              <a:headEnd type="none" w="med" len="med"/>
              <a:tailEnd type="none" w="med" len="med"/>
            </a:ln>
          </p:spPr>
          <p:txBody>
            <a:bodyPr anchor="t" anchorCtr="0"/>
            <a:lstStyle/>
            <a:p>
              <a:pPr algn="ctr">
                <a:spcBef>
                  <a:spcPct val="20000"/>
                </a:spcBef>
              </a:pPr>
              <a:endParaRPr lang="zh-CN" altLang="zh-CN" sz="3200" b="1" dirty="0">
                <a:latin typeface="宋体" panose="02010600030101010101" pitchFamily="2" charset="-122"/>
                <a:ea typeface="宋体" panose="02010600030101010101" pitchFamily="2" charset="-122"/>
              </a:endParaRPr>
            </a:p>
          </p:txBody>
        </p:sp>
        <p:sp>
          <p:nvSpPr>
            <p:cNvPr id="49172" name="文本框 690196"/>
            <p:cNvSpPr txBox="1"/>
            <p:nvPr/>
          </p:nvSpPr>
          <p:spPr>
            <a:xfrm>
              <a:off x="4320" y="2352"/>
              <a:ext cx="1200" cy="288"/>
            </a:xfrm>
            <a:prstGeom prst="rect">
              <a:avLst/>
            </a:prstGeom>
            <a:noFill/>
            <a:ln w="9525">
              <a:noFill/>
            </a:ln>
          </p:spPr>
          <p:txBody>
            <a:bodyPr anchor="t" anchorCtr="0">
              <a:spAutoFit/>
            </a:bodyPr>
            <a:lstStyle/>
            <a:p>
              <a:pPr>
                <a:spcBef>
                  <a:spcPct val="50000"/>
                </a:spcBef>
              </a:pPr>
              <a:r>
                <a:rPr lang="en-US" altLang="zh-CN" b="1">
                  <a:latin typeface="Times New Roman" panose="02020603050405020304" pitchFamily="18" charset="0"/>
                  <a:ea typeface="宋体" panose="02010600030101010101" pitchFamily="2" charset="-122"/>
                </a:rPr>
                <a:t>1K = 2</a:t>
              </a:r>
              <a:r>
                <a:rPr lang="en-US" altLang="zh-CN" sz="2000" b="1" baseline="40000">
                  <a:latin typeface="Times New Roman" panose="02020603050405020304" pitchFamily="18" charset="0"/>
                  <a:ea typeface="宋体" panose="02010600030101010101" pitchFamily="2" charset="-122"/>
                </a:rPr>
                <a:t>10</a:t>
              </a:r>
            </a:p>
          </p:txBody>
        </p:sp>
      </p:grpSp>
      <p:grpSp>
        <p:nvGrpSpPr>
          <p:cNvPr id="690198" name="组合 690197"/>
          <p:cNvGrpSpPr/>
          <p:nvPr/>
        </p:nvGrpSpPr>
        <p:grpSpPr>
          <a:xfrm>
            <a:off x="6781800" y="4419600"/>
            <a:ext cx="2438400" cy="457200"/>
            <a:chOff x="4224" y="2880"/>
            <a:chExt cx="1536" cy="288"/>
          </a:xfrm>
        </p:grpSpPr>
        <p:sp>
          <p:nvSpPr>
            <p:cNvPr id="49174" name="文本框 690198"/>
            <p:cNvSpPr txBox="1"/>
            <p:nvPr/>
          </p:nvSpPr>
          <p:spPr>
            <a:xfrm>
              <a:off x="4272" y="2880"/>
              <a:ext cx="1488" cy="288"/>
            </a:xfrm>
            <a:prstGeom prst="rect">
              <a:avLst/>
            </a:prstGeom>
            <a:noFill/>
            <a:ln w="9525">
              <a:noFill/>
            </a:ln>
          </p:spPr>
          <p:txBody>
            <a:bodyPr anchor="t" anchorCtr="0">
              <a:spAutoFit/>
            </a:bodyPr>
            <a:lstStyle/>
            <a:p>
              <a:pPr>
                <a:spcBef>
                  <a:spcPct val="50000"/>
                </a:spcBef>
              </a:pPr>
              <a:r>
                <a:rPr lang="en-US" altLang="zh-CN" b="1">
                  <a:latin typeface="Times New Roman" panose="02020603050405020304" pitchFamily="18" charset="0"/>
                  <a:ea typeface="宋体" panose="02010600030101010101" pitchFamily="2" charset="-122"/>
                </a:rPr>
                <a:t>1Byte = 2</a:t>
              </a:r>
              <a:r>
                <a:rPr lang="en-US" altLang="zh-CN" sz="2000" b="1" baseline="40000">
                  <a:latin typeface="Times New Roman" panose="02020603050405020304" pitchFamily="18" charset="0"/>
                  <a:ea typeface="宋体" panose="02010600030101010101" pitchFamily="2" charset="-122"/>
                </a:rPr>
                <a:t>3</a:t>
              </a:r>
            </a:p>
          </p:txBody>
        </p:sp>
        <p:sp>
          <p:nvSpPr>
            <p:cNvPr id="49175" name="圆角矩形标注 690199"/>
            <p:cNvSpPr/>
            <p:nvPr/>
          </p:nvSpPr>
          <p:spPr>
            <a:xfrm>
              <a:off x="4224" y="2880"/>
              <a:ext cx="1008" cy="288"/>
            </a:xfrm>
            <a:prstGeom prst="wedgeRoundRectCallout">
              <a:avLst>
                <a:gd name="adj1" fmla="val -79764"/>
                <a:gd name="adj2" fmla="val 3472"/>
                <a:gd name="adj3" fmla="val 16667"/>
              </a:avLst>
            </a:prstGeom>
            <a:noFill/>
            <a:ln w="28575" cap="flat" cmpd="sng">
              <a:solidFill>
                <a:schemeClr val="folHlink"/>
              </a:solidFill>
              <a:prstDash val="solid"/>
              <a:miter/>
              <a:headEnd type="none" w="med" len="med"/>
              <a:tailEnd type="none" w="med" len="med"/>
            </a:ln>
          </p:spPr>
          <p:txBody>
            <a:bodyPr anchor="t" anchorCtr="0"/>
            <a:lstStyle/>
            <a:p>
              <a:pPr algn="ctr">
                <a:spcBef>
                  <a:spcPct val="20000"/>
                </a:spcBef>
              </a:pPr>
              <a:endParaRPr lang="zh-CN" altLang="zh-CN" sz="3200" b="1" dirty="0">
                <a:latin typeface="宋体" panose="02010600030101010101" pitchFamily="2" charset="-122"/>
                <a:ea typeface="宋体" panose="02010600030101010101" pitchFamily="2" charset="-122"/>
              </a:endParaRPr>
            </a:p>
          </p:txBody>
        </p:sp>
      </p:grpSp>
      <p:grpSp>
        <p:nvGrpSpPr>
          <p:cNvPr id="690201" name="组合 690200"/>
          <p:cNvGrpSpPr/>
          <p:nvPr/>
        </p:nvGrpSpPr>
        <p:grpSpPr>
          <a:xfrm>
            <a:off x="5867400" y="6096000"/>
            <a:ext cx="2057400" cy="457200"/>
            <a:chOff x="3552" y="3888"/>
            <a:chExt cx="1296" cy="288"/>
          </a:xfrm>
        </p:grpSpPr>
        <p:sp>
          <p:nvSpPr>
            <p:cNvPr id="49177" name="圆角矩形标注 690201"/>
            <p:cNvSpPr/>
            <p:nvPr/>
          </p:nvSpPr>
          <p:spPr>
            <a:xfrm>
              <a:off x="3552" y="3888"/>
              <a:ext cx="912" cy="288"/>
            </a:xfrm>
            <a:prstGeom prst="wedgeRoundRectCallout">
              <a:avLst>
                <a:gd name="adj1" fmla="val -72370"/>
                <a:gd name="adj2" fmla="val -71528"/>
                <a:gd name="adj3" fmla="val 16667"/>
              </a:avLst>
            </a:prstGeom>
            <a:noFill/>
            <a:ln w="28575" cap="flat" cmpd="sng">
              <a:solidFill>
                <a:schemeClr val="folHlink"/>
              </a:solidFill>
              <a:prstDash val="solid"/>
              <a:miter/>
              <a:headEnd type="none" w="med" len="med"/>
              <a:tailEnd type="none" w="med" len="med"/>
            </a:ln>
          </p:spPr>
          <p:txBody>
            <a:bodyPr anchor="t" anchorCtr="0"/>
            <a:lstStyle/>
            <a:p>
              <a:pPr algn="ctr">
                <a:spcBef>
                  <a:spcPct val="20000"/>
                </a:spcBef>
              </a:pPr>
              <a:endParaRPr lang="zh-CN" altLang="zh-CN" sz="3200" b="1" dirty="0">
                <a:latin typeface="宋体" panose="02010600030101010101" pitchFamily="2" charset="-122"/>
                <a:ea typeface="宋体" panose="02010600030101010101" pitchFamily="2" charset="-122"/>
              </a:endParaRPr>
            </a:p>
          </p:txBody>
        </p:sp>
        <p:sp>
          <p:nvSpPr>
            <p:cNvPr id="49178" name="文本框 690202"/>
            <p:cNvSpPr txBox="1"/>
            <p:nvPr/>
          </p:nvSpPr>
          <p:spPr>
            <a:xfrm>
              <a:off x="3648" y="3888"/>
              <a:ext cx="1200" cy="288"/>
            </a:xfrm>
            <a:prstGeom prst="rect">
              <a:avLst/>
            </a:prstGeom>
            <a:noFill/>
            <a:ln w="9525">
              <a:noFill/>
            </a:ln>
          </p:spPr>
          <p:txBody>
            <a:bodyPr anchor="t" anchorCtr="0">
              <a:spAutoFit/>
            </a:bodyPr>
            <a:lstStyle/>
            <a:p>
              <a:pPr>
                <a:spcBef>
                  <a:spcPct val="50000"/>
                </a:spcBef>
              </a:pPr>
              <a:r>
                <a:rPr lang="en-US" altLang="zh-CN" b="1">
                  <a:latin typeface="Times New Roman" panose="02020603050405020304" pitchFamily="18" charset="0"/>
                  <a:ea typeface="宋体" panose="02010600030101010101" pitchFamily="2" charset="-122"/>
                </a:rPr>
                <a:t>1G = 2</a:t>
              </a:r>
              <a:r>
                <a:rPr lang="en-US" altLang="zh-CN" sz="2000" b="1" baseline="40000">
                  <a:latin typeface="Times New Roman" panose="02020603050405020304" pitchFamily="18" charset="0"/>
                  <a:ea typeface="宋体" panose="02010600030101010101" pitchFamily="2" charset="-122"/>
                </a:rPr>
                <a:t>30</a:t>
              </a:r>
            </a:p>
          </p:txBody>
        </p:sp>
      </p:grpSp>
      <p:sp>
        <p:nvSpPr>
          <p:cNvPr id="690204" name="文本框 690203"/>
          <p:cNvSpPr txBox="1"/>
          <p:nvPr/>
        </p:nvSpPr>
        <p:spPr>
          <a:xfrm>
            <a:off x="6580188" y="2590800"/>
            <a:ext cx="2057400" cy="519113"/>
          </a:xfrm>
          <a:prstGeom prst="rect">
            <a:avLst/>
          </a:prstGeom>
          <a:noFill/>
          <a:ln w="9525">
            <a:noFill/>
          </a:ln>
        </p:spPr>
        <p:txBody>
          <a:bodyPr anchor="t" anchorCtr="0">
            <a:spAutoFit/>
          </a:bodyPr>
          <a:lstStyle/>
          <a:p>
            <a:pPr>
              <a:spcBef>
                <a:spcPct val="50000"/>
              </a:spcBef>
            </a:pPr>
            <a:r>
              <a:rPr lang="en-US" altLang="zh-CN" sz="2800" b="1">
                <a:latin typeface="Times New Roman" panose="02020603050405020304" pitchFamily="18" charset="0"/>
                <a:ea typeface="宋体" panose="02010600030101010101" pitchFamily="2" charset="-122"/>
              </a:rPr>
              <a:t>1K</a:t>
            </a:r>
            <a:r>
              <a:rPr lang="en-US" altLang="zh-CN" sz="900" b="1">
                <a:latin typeface="Times New Roman" panose="02020603050405020304" pitchFamily="18" charset="0"/>
                <a:ea typeface="宋体" panose="02010600030101010101" pitchFamily="2" charset="-122"/>
              </a:rPr>
              <a:t> </a:t>
            </a:r>
            <a:r>
              <a:rPr lang="en-US" altLang="zh-CN" sz="2600" b="1">
                <a:latin typeface="Times New Roman" panose="02020603050405020304" pitchFamily="18" charset="0"/>
                <a:ea typeface="宋体" panose="02010600030101010101" pitchFamily="2" charset="-122"/>
              </a:rPr>
              <a:t>×</a:t>
            </a:r>
            <a:r>
              <a:rPr lang="en-US" altLang="zh-CN" sz="900" b="1">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8</a:t>
            </a:r>
            <a:r>
              <a:rPr lang="zh-CN" altLang="en-US" sz="2800" b="1" dirty="0">
                <a:latin typeface="Times New Roman" panose="02020603050405020304" pitchFamily="18" charset="0"/>
                <a:ea typeface="宋体" panose="02010600030101010101" pitchFamily="2" charset="-122"/>
              </a:rPr>
              <a:t>位</a:t>
            </a:r>
          </a:p>
        </p:txBody>
      </p:sp>
      <p:sp>
        <p:nvSpPr>
          <p:cNvPr id="690205" name="文本框 690204"/>
          <p:cNvSpPr txBox="1"/>
          <p:nvPr/>
        </p:nvSpPr>
        <p:spPr>
          <a:xfrm>
            <a:off x="6400800" y="3070225"/>
            <a:ext cx="2133600" cy="519113"/>
          </a:xfrm>
          <a:prstGeom prst="rect">
            <a:avLst/>
          </a:prstGeom>
          <a:noFill/>
          <a:ln w="9525">
            <a:noFill/>
          </a:ln>
        </p:spPr>
        <p:txBody>
          <a:bodyPr anchor="t" anchorCtr="0">
            <a:spAutoFit/>
          </a:bodyPr>
          <a:lstStyle/>
          <a:p>
            <a:pPr>
              <a:spcBef>
                <a:spcPct val="50000"/>
              </a:spcBef>
            </a:pPr>
            <a:r>
              <a:rPr lang="en-US" altLang="zh-CN" sz="2800" b="1">
                <a:latin typeface="Times New Roman" panose="02020603050405020304" pitchFamily="18" charset="0"/>
                <a:ea typeface="宋体" panose="02010600030101010101" pitchFamily="2" charset="-122"/>
              </a:rPr>
              <a:t>64K</a:t>
            </a:r>
            <a:r>
              <a:rPr lang="en-US" altLang="zh-CN" sz="900" b="1">
                <a:latin typeface="Times New Roman" panose="02020603050405020304" pitchFamily="18" charset="0"/>
                <a:ea typeface="宋体" panose="02010600030101010101" pitchFamily="2" charset="-122"/>
              </a:rPr>
              <a:t> </a:t>
            </a:r>
            <a:r>
              <a:rPr lang="en-US" altLang="zh-CN" sz="2600" b="1">
                <a:latin typeface="Times New Roman" panose="02020603050405020304" pitchFamily="18" charset="0"/>
                <a:ea typeface="宋体" panose="02010600030101010101" pitchFamily="2" charset="-122"/>
              </a:rPr>
              <a:t>×</a:t>
            </a:r>
            <a:r>
              <a:rPr lang="en-US" altLang="zh-CN" sz="900" b="1">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32</a:t>
            </a:r>
            <a:r>
              <a:rPr lang="zh-CN" altLang="en-US" sz="2800" b="1" dirty="0">
                <a:latin typeface="Times New Roman" panose="02020603050405020304" pitchFamily="18" charset="0"/>
                <a:ea typeface="宋体" panose="02010600030101010101" pitchFamily="2" charset="-122"/>
              </a:rPr>
              <a:t>位</a:t>
            </a:r>
          </a:p>
        </p:txBody>
      </p:sp>
      <p:sp>
        <p:nvSpPr>
          <p:cNvPr id="2" name="文本框 1"/>
          <p:cNvSpPr txBox="1"/>
          <p:nvPr/>
        </p:nvSpPr>
        <p:spPr>
          <a:xfrm>
            <a:off x="2286000" y="3198495"/>
            <a:ext cx="4572000" cy="460375"/>
          </a:xfrm>
          <a:prstGeom prst="rect">
            <a:avLst/>
          </a:prstGeom>
          <a:noFill/>
        </p:spPr>
        <p:txBody>
          <a:bodyPr wrap="square" rtlCol="0" anchor="t">
            <a:spAutoFit/>
          </a:bodyPr>
          <a:lstStyle/>
          <a:p>
            <a:r>
              <a:rPr lang="zh-CN" altLang="en-US"/>
              <a:t>9h#6vSdnGx</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0193"/>
                                        </p:tgtEl>
                                        <p:attrNameLst>
                                          <p:attrName>style.visibility</p:attrName>
                                        </p:attrNameLst>
                                      </p:cBhvr>
                                      <p:to>
                                        <p:strVal val="visible"/>
                                      </p:to>
                                    </p:set>
                                    <p:animEffect transition="in" filter="blinds(horizontal)">
                                      <p:cBhvr>
                                        <p:cTn id="7" dur="500"/>
                                        <p:tgtEl>
                                          <p:spTgt spid="69019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690183"/>
                                        </p:tgtEl>
                                        <p:attrNameLst>
                                          <p:attrName>style.visibility</p:attrName>
                                        </p:attrNameLst>
                                      </p:cBhvr>
                                      <p:to>
                                        <p:strVal val="visible"/>
                                      </p:to>
                                    </p:set>
                                    <p:animEffect transition="in" filter="barn(outHorizontal)">
                                      <p:cBhvr>
                                        <p:cTn id="12" dur="500"/>
                                        <p:tgtEl>
                                          <p:spTgt spid="690183"/>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690184"/>
                                        </p:tgtEl>
                                        <p:attrNameLst>
                                          <p:attrName>style.visibility</p:attrName>
                                        </p:attrNameLst>
                                      </p:cBhvr>
                                      <p:to>
                                        <p:strVal val="visible"/>
                                      </p:to>
                                    </p:set>
                                    <p:animEffect transition="in" filter="blinds(horizontal)">
                                      <p:cBhvr>
                                        <p:cTn id="16" dur="500"/>
                                        <p:tgtEl>
                                          <p:spTgt spid="690184"/>
                                        </p:tgtEl>
                                      </p:cBhvr>
                                    </p:animEffect>
                                  </p:childTnLst>
                                </p:cTn>
                              </p:par>
                            </p:childTnLst>
                          </p:cTn>
                        </p:par>
                        <p:par>
                          <p:cTn id="17" fill="hold">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690185"/>
                                        </p:tgtEl>
                                        <p:attrNameLst>
                                          <p:attrName>style.visibility</p:attrName>
                                        </p:attrNameLst>
                                      </p:cBhvr>
                                      <p:to>
                                        <p:strVal val="visible"/>
                                      </p:to>
                                    </p:set>
                                    <p:animEffect transition="in" filter="blinds(horizontal)">
                                      <p:cBhvr>
                                        <p:cTn id="20" dur="500"/>
                                        <p:tgtEl>
                                          <p:spTgt spid="690185"/>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42" fill="hold" nodeType="clickEffect">
                                  <p:stCondLst>
                                    <p:cond delay="0"/>
                                  </p:stCondLst>
                                  <p:childTnLst>
                                    <p:set>
                                      <p:cBhvr>
                                        <p:cTn id="24" dur="1" fill="hold">
                                          <p:stCondLst>
                                            <p:cond delay="0"/>
                                          </p:stCondLst>
                                        </p:cTn>
                                        <p:tgtEl>
                                          <p:spTgt spid="690186"/>
                                        </p:tgtEl>
                                        <p:attrNameLst>
                                          <p:attrName>style.visibility</p:attrName>
                                        </p:attrNameLst>
                                      </p:cBhvr>
                                      <p:to>
                                        <p:strVal val="visible"/>
                                      </p:to>
                                    </p:set>
                                    <p:animEffect transition="in" filter="barn(outHorizontal)">
                                      <p:cBhvr>
                                        <p:cTn id="25" dur="500"/>
                                        <p:tgtEl>
                                          <p:spTgt spid="69018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690187"/>
                                        </p:tgtEl>
                                        <p:attrNameLst>
                                          <p:attrName>style.visibility</p:attrName>
                                        </p:attrNameLst>
                                      </p:cBhvr>
                                      <p:to>
                                        <p:strVal val="visible"/>
                                      </p:to>
                                    </p:set>
                                    <p:animEffect transition="in" filter="blinds(horizontal)">
                                      <p:cBhvr>
                                        <p:cTn id="30" dur="500"/>
                                        <p:tgtEl>
                                          <p:spTgt spid="69018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690190"/>
                                        </p:tgtEl>
                                        <p:attrNameLst>
                                          <p:attrName>style.visibility</p:attrName>
                                        </p:attrNameLst>
                                      </p:cBhvr>
                                      <p:to>
                                        <p:strVal val="visible"/>
                                      </p:to>
                                    </p:set>
                                    <p:animEffect transition="in" filter="blinds(horizontal)">
                                      <p:cBhvr>
                                        <p:cTn id="35" dur="500"/>
                                        <p:tgtEl>
                                          <p:spTgt spid="690190"/>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690191"/>
                                        </p:tgtEl>
                                        <p:attrNameLst>
                                          <p:attrName>style.visibility</p:attrName>
                                        </p:attrNameLst>
                                      </p:cBhvr>
                                      <p:to>
                                        <p:strVal val="visible"/>
                                      </p:to>
                                    </p:set>
                                    <p:animEffect transition="in" filter="blinds(horizontal)">
                                      <p:cBhvr>
                                        <p:cTn id="40" dur="500"/>
                                        <p:tgtEl>
                                          <p:spTgt spid="690191"/>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690204"/>
                                        </p:tgtEl>
                                        <p:attrNameLst>
                                          <p:attrName>style.visibility</p:attrName>
                                        </p:attrNameLst>
                                      </p:cBhvr>
                                      <p:to>
                                        <p:strVal val="visible"/>
                                      </p:to>
                                    </p:set>
                                    <p:animEffect transition="in" filter="blinds(horizontal)">
                                      <p:cBhvr>
                                        <p:cTn id="45" dur="500"/>
                                        <p:tgtEl>
                                          <p:spTgt spid="69020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690192"/>
                                        </p:tgtEl>
                                        <p:attrNameLst>
                                          <p:attrName>style.visibility</p:attrName>
                                        </p:attrNameLst>
                                      </p:cBhvr>
                                      <p:to>
                                        <p:strVal val="visible"/>
                                      </p:to>
                                    </p:set>
                                    <p:animEffect transition="in" filter="blinds(horizontal)">
                                      <p:cBhvr>
                                        <p:cTn id="50" dur="500"/>
                                        <p:tgtEl>
                                          <p:spTgt spid="690192"/>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690205"/>
                                        </p:tgtEl>
                                        <p:attrNameLst>
                                          <p:attrName>style.visibility</p:attrName>
                                        </p:attrNameLst>
                                      </p:cBhvr>
                                      <p:to>
                                        <p:strVal val="visible"/>
                                      </p:to>
                                    </p:set>
                                    <p:animEffect transition="in" filter="blinds(horizontal)">
                                      <p:cBhvr>
                                        <p:cTn id="55" dur="500"/>
                                        <p:tgtEl>
                                          <p:spTgt spid="690205"/>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690195"/>
                                        </p:tgtEl>
                                        <p:attrNameLst>
                                          <p:attrName>style.visibility</p:attrName>
                                        </p:attrNameLst>
                                      </p:cBhvr>
                                      <p:to>
                                        <p:strVal val="visible"/>
                                      </p:to>
                                    </p:set>
                                    <p:animEffect transition="in" filter="blinds(horizontal)">
                                      <p:cBhvr>
                                        <p:cTn id="60" dur="500"/>
                                        <p:tgtEl>
                                          <p:spTgt spid="690195"/>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690188"/>
                                        </p:tgtEl>
                                        <p:attrNameLst>
                                          <p:attrName>style.visibility</p:attrName>
                                        </p:attrNameLst>
                                      </p:cBhvr>
                                      <p:to>
                                        <p:strVal val="visible"/>
                                      </p:to>
                                    </p:set>
                                    <p:animEffect transition="in" filter="blinds(horizontal)">
                                      <p:cBhvr>
                                        <p:cTn id="65" dur="500"/>
                                        <p:tgtEl>
                                          <p:spTgt spid="690188"/>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690179"/>
                                        </p:tgtEl>
                                        <p:attrNameLst>
                                          <p:attrName>style.visibility</p:attrName>
                                        </p:attrNameLst>
                                      </p:cBhvr>
                                      <p:to>
                                        <p:strVal val="visible"/>
                                      </p:to>
                                    </p:set>
                                    <p:animEffect transition="in" filter="blinds(horizontal)">
                                      <p:cBhvr>
                                        <p:cTn id="70" dur="500"/>
                                        <p:tgtEl>
                                          <p:spTgt spid="690179"/>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690198"/>
                                        </p:tgtEl>
                                        <p:attrNameLst>
                                          <p:attrName>style.visibility</p:attrName>
                                        </p:attrNameLst>
                                      </p:cBhvr>
                                      <p:to>
                                        <p:strVal val="visible"/>
                                      </p:to>
                                    </p:set>
                                    <p:animEffect transition="in" filter="blinds(horizontal)">
                                      <p:cBhvr>
                                        <p:cTn id="75" dur="500"/>
                                        <p:tgtEl>
                                          <p:spTgt spid="690198"/>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690178"/>
                                        </p:tgtEl>
                                        <p:attrNameLst>
                                          <p:attrName>style.visibility</p:attrName>
                                        </p:attrNameLst>
                                      </p:cBhvr>
                                      <p:to>
                                        <p:strVal val="visible"/>
                                      </p:to>
                                    </p:set>
                                    <p:animEffect transition="in" filter="blinds(horizontal)">
                                      <p:cBhvr>
                                        <p:cTn id="80" dur="500"/>
                                        <p:tgtEl>
                                          <p:spTgt spid="690178"/>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690189"/>
                                        </p:tgtEl>
                                        <p:attrNameLst>
                                          <p:attrName>style.visibility</p:attrName>
                                        </p:attrNameLst>
                                      </p:cBhvr>
                                      <p:to>
                                        <p:strVal val="visible"/>
                                      </p:to>
                                    </p:set>
                                    <p:animEffect transition="in" filter="blinds(horizontal)">
                                      <p:cBhvr>
                                        <p:cTn id="85" dur="500"/>
                                        <p:tgtEl>
                                          <p:spTgt spid="690189"/>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nodeType="clickEffect">
                                  <p:stCondLst>
                                    <p:cond delay="0"/>
                                  </p:stCondLst>
                                  <p:childTnLst>
                                    <p:set>
                                      <p:cBhvr>
                                        <p:cTn id="89" dur="1" fill="hold">
                                          <p:stCondLst>
                                            <p:cond delay="0"/>
                                          </p:stCondLst>
                                        </p:cTn>
                                        <p:tgtEl>
                                          <p:spTgt spid="690201"/>
                                        </p:tgtEl>
                                        <p:attrNameLst>
                                          <p:attrName>style.visibility</p:attrName>
                                        </p:attrNameLst>
                                      </p:cBhvr>
                                      <p:to>
                                        <p:strVal val="visible"/>
                                      </p:to>
                                    </p:set>
                                    <p:animEffect transition="in" filter="blinds(horizontal)">
                                      <p:cBhvr>
                                        <p:cTn id="90" dur="500"/>
                                        <p:tgtEl>
                                          <p:spTgt spid="690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178" grpId="0"/>
      <p:bldP spid="690184" grpId="0"/>
      <p:bldP spid="690185" grpId="0"/>
      <p:bldP spid="690187" grpId="0"/>
      <p:bldP spid="690188" grpId="0"/>
      <p:bldP spid="690189" grpId="0"/>
      <p:bldP spid="690190" grpId="0"/>
      <p:bldP spid="690191" grpId="0"/>
      <p:bldP spid="690192" grpId="0"/>
      <p:bldP spid="690193" grpId="0"/>
      <p:bldP spid="690204" grpId="0"/>
      <p:bldP spid="69020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文本框 4"/>
          <p:cNvSpPr txBox="1"/>
          <p:nvPr>
            <p:custDataLst>
              <p:tags r:id="rId2"/>
            </p:custDataLst>
          </p:nvPr>
        </p:nvSpPr>
        <p:spPr>
          <a:xfrm>
            <a:off x="914400" y="635000"/>
            <a:ext cx="7315200" cy="2143125"/>
          </a:xfrm>
          <a:prstGeom prst="rect">
            <a:avLst/>
          </a:prstGeom>
          <a:noFill/>
          <a:ln w="9525">
            <a:noFill/>
          </a:ln>
        </p:spPr>
        <p:txBody>
          <a:bodyPr wrap="square" anchor="ctr" anchorCtr="0"/>
          <a:lstStyle/>
          <a:p>
            <a:r>
              <a:rPr lang="zh-CN" altLang="en-US" sz="2600">
                <a:solidFill>
                  <a:srgbClr val="000000"/>
                </a:solidFill>
                <a:latin typeface="微软雅黑" panose="020B0503020204020204" charset="-122"/>
                <a:ea typeface="微软雅黑" panose="020B0503020204020204" charset="-122"/>
              </a:rPr>
              <a:t>某SRAM芯片，存储容量为64K×16位，该芯片的地址线和数据线数目为______。</a:t>
            </a:r>
          </a:p>
          <a:p>
            <a:r>
              <a:rPr lang="zh-CN" altLang="en-US" sz="2600">
                <a:solidFill>
                  <a:srgbClr val="000000"/>
                </a:solidFill>
                <a:latin typeface="微软雅黑" panose="020B0503020204020204" charset="-122"/>
                <a:ea typeface="微软雅黑" panose="020B0503020204020204" charset="-122"/>
              </a:rPr>
              <a:t>A     B 16，64   C  64，8  D 16，16 。</a:t>
            </a:r>
          </a:p>
        </p:txBody>
      </p:sp>
      <p:sp>
        <p:nvSpPr>
          <p:cNvPr id="40962" name="文本框 5"/>
          <p:cNvSpPr txBox="1"/>
          <p:nvPr>
            <p:custDataLst>
              <p:tags r:id="rId3"/>
            </p:custDataLst>
          </p:nvPr>
        </p:nvSpPr>
        <p:spPr>
          <a:xfrm>
            <a:off x="1828800" y="2786063"/>
            <a:ext cx="6400800" cy="642937"/>
          </a:xfrm>
          <a:prstGeom prst="rect">
            <a:avLst/>
          </a:prstGeom>
          <a:noFill/>
          <a:ln w="9525">
            <a:noFill/>
          </a:ln>
        </p:spPr>
        <p:txBody>
          <a:bodyPr wrap="square" anchor="ctr" anchorCtr="0"/>
          <a:lstStyle/>
          <a:p>
            <a:r>
              <a:rPr lang="zh-CN" altLang="en-US" sz="2600">
                <a:solidFill>
                  <a:srgbClr val="000000"/>
                </a:solidFill>
                <a:latin typeface="微软雅黑" panose="020B0503020204020204" charset="-122"/>
                <a:ea typeface="微软雅黑" panose="020B0503020204020204" charset="-122"/>
              </a:rPr>
              <a:t>64，16</a:t>
            </a:r>
          </a:p>
        </p:txBody>
      </p:sp>
      <p:sp>
        <p:nvSpPr>
          <p:cNvPr id="40963" name="文本框 6"/>
          <p:cNvSpPr txBox="1"/>
          <p:nvPr>
            <p:custDataLst>
              <p:tags r:id="rId4"/>
            </p:custDataLst>
          </p:nvPr>
        </p:nvSpPr>
        <p:spPr>
          <a:xfrm>
            <a:off x="1828800" y="3643313"/>
            <a:ext cx="6400800" cy="642937"/>
          </a:xfrm>
          <a:prstGeom prst="rect">
            <a:avLst/>
          </a:prstGeom>
          <a:noFill/>
          <a:ln w="9525">
            <a:noFill/>
          </a:ln>
        </p:spPr>
        <p:txBody>
          <a:bodyPr wrap="square" anchor="ctr" anchorCtr="0"/>
          <a:lstStyle/>
          <a:p>
            <a:r>
              <a:rPr lang="zh-CN" altLang="en-US" sz="2600">
                <a:solidFill>
                  <a:srgbClr val="000000"/>
                </a:solidFill>
                <a:latin typeface="微软雅黑" panose="020B0503020204020204" charset="-122"/>
                <a:ea typeface="微软雅黑" panose="020B0503020204020204" charset="-122"/>
              </a:rPr>
              <a:t>16，64</a:t>
            </a:r>
          </a:p>
        </p:txBody>
      </p:sp>
      <p:sp>
        <p:nvSpPr>
          <p:cNvPr id="40964" name="文本框 7"/>
          <p:cNvSpPr txBox="1"/>
          <p:nvPr>
            <p:custDataLst>
              <p:tags r:id="rId5"/>
            </p:custDataLst>
          </p:nvPr>
        </p:nvSpPr>
        <p:spPr>
          <a:xfrm>
            <a:off x="1828800" y="4500563"/>
            <a:ext cx="6400800" cy="642937"/>
          </a:xfrm>
          <a:prstGeom prst="rect">
            <a:avLst/>
          </a:prstGeom>
          <a:noFill/>
          <a:ln w="9525">
            <a:noFill/>
          </a:ln>
        </p:spPr>
        <p:txBody>
          <a:bodyPr wrap="square" anchor="ctr" anchorCtr="0"/>
          <a:lstStyle/>
          <a:p>
            <a:r>
              <a:rPr lang="zh-CN" altLang="en-US" sz="2600">
                <a:solidFill>
                  <a:srgbClr val="000000"/>
                </a:solidFill>
                <a:latin typeface="微软雅黑" panose="020B0503020204020204" charset="-122"/>
                <a:ea typeface="微软雅黑" panose="020B0503020204020204" charset="-122"/>
              </a:rPr>
              <a:t>64，8</a:t>
            </a:r>
          </a:p>
        </p:txBody>
      </p:sp>
      <p:sp>
        <p:nvSpPr>
          <p:cNvPr id="40965" name="文本框 8"/>
          <p:cNvSpPr txBox="1"/>
          <p:nvPr>
            <p:custDataLst>
              <p:tags r:id="rId6"/>
            </p:custDataLst>
          </p:nvPr>
        </p:nvSpPr>
        <p:spPr>
          <a:xfrm>
            <a:off x="1828800" y="5357813"/>
            <a:ext cx="6400800" cy="642937"/>
          </a:xfrm>
          <a:prstGeom prst="rect">
            <a:avLst/>
          </a:prstGeom>
          <a:noFill/>
          <a:ln w="9525">
            <a:noFill/>
          </a:ln>
        </p:spPr>
        <p:txBody>
          <a:bodyPr wrap="square" anchor="ctr" anchorCtr="0"/>
          <a:lstStyle/>
          <a:p>
            <a:r>
              <a:rPr lang="zh-CN" altLang="en-US" sz="2600">
                <a:solidFill>
                  <a:srgbClr val="000000"/>
                </a:solidFill>
                <a:latin typeface="微软雅黑" panose="020B0503020204020204" charset="-122"/>
                <a:ea typeface="微软雅黑" panose="020B0503020204020204" charset="-122"/>
              </a:rPr>
              <a:t>16，16 </a:t>
            </a:r>
          </a:p>
        </p:txBody>
      </p:sp>
      <p:sp>
        <p:nvSpPr>
          <p:cNvPr id="10" name="椭圆 9"/>
          <p:cNvSpPr>
            <a:spLocks noChangeAspect="1"/>
          </p:cNvSpPr>
          <p:nvPr>
            <p:custDataLst>
              <p:tags r:id="rId7"/>
            </p:custDataLst>
          </p:nvPr>
        </p:nvSpPr>
        <p:spPr>
          <a:xfrm>
            <a:off x="1114425" y="2849563"/>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fontAlgn="base"/>
            <a:r>
              <a:rPr lang="zh-CN" altLang="en-US" sz="1600" strike="noStrike" noProof="1">
                <a:solidFill>
                  <a:srgbClr val="FFFFFF"/>
                </a:solidFill>
                <a:latin typeface="微软雅黑" panose="020B0503020204020204" charset="-122"/>
                <a:ea typeface="微软雅黑" panose="020B0503020204020204" charset="-122"/>
              </a:rPr>
              <a:t>A</a:t>
            </a:r>
          </a:p>
        </p:txBody>
      </p:sp>
      <p:sp>
        <p:nvSpPr>
          <p:cNvPr id="11" name="椭圆 10"/>
          <p:cNvSpPr>
            <a:spLocks noChangeAspect="1"/>
          </p:cNvSpPr>
          <p:nvPr>
            <p:custDataLst>
              <p:tags r:id="rId8"/>
            </p:custDataLst>
          </p:nvPr>
        </p:nvSpPr>
        <p:spPr>
          <a:xfrm>
            <a:off x="1114425" y="3706813"/>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fontAlgn="base"/>
            <a:r>
              <a:rPr lang="zh-CN" altLang="en-US" sz="1600" strike="noStrike" noProof="1">
                <a:solidFill>
                  <a:srgbClr val="FFFFFF"/>
                </a:solidFill>
                <a:latin typeface="微软雅黑" panose="020B0503020204020204" charset="-122"/>
                <a:ea typeface="微软雅黑" panose="020B0503020204020204" charset="-122"/>
              </a:rPr>
              <a:t>B</a:t>
            </a:r>
          </a:p>
        </p:txBody>
      </p:sp>
      <p:sp>
        <p:nvSpPr>
          <p:cNvPr id="12" name="椭圆 11"/>
          <p:cNvSpPr>
            <a:spLocks noChangeAspect="1"/>
          </p:cNvSpPr>
          <p:nvPr>
            <p:custDataLst>
              <p:tags r:id="rId9"/>
            </p:custDataLst>
          </p:nvPr>
        </p:nvSpPr>
        <p:spPr>
          <a:xfrm>
            <a:off x="1114425" y="4564063"/>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fontAlgn="base"/>
            <a:r>
              <a:rPr lang="zh-CN" altLang="en-US" sz="1600" strike="noStrike" noProof="1">
                <a:solidFill>
                  <a:srgbClr val="FFFFFF"/>
                </a:solidFill>
                <a:latin typeface="微软雅黑" panose="020B0503020204020204" charset="-122"/>
                <a:ea typeface="微软雅黑" panose="020B0503020204020204" charset="-122"/>
              </a:rPr>
              <a:t>C</a:t>
            </a:r>
          </a:p>
        </p:txBody>
      </p:sp>
      <p:sp>
        <p:nvSpPr>
          <p:cNvPr id="13" name="椭圆 12"/>
          <p:cNvSpPr>
            <a:spLocks noChangeAspect="1"/>
          </p:cNvSpPr>
          <p:nvPr>
            <p:custDataLst>
              <p:tags r:id="rId10"/>
            </p:custDataLst>
          </p:nvPr>
        </p:nvSpPr>
        <p:spPr>
          <a:xfrm>
            <a:off x="1114425" y="5421313"/>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fontAlgn="base"/>
            <a:r>
              <a:rPr lang="zh-CN" altLang="en-US" sz="1600" strike="noStrike" noProof="1">
                <a:solidFill>
                  <a:srgbClr val="FFFFFF"/>
                </a:solidFill>
                <a:latin typeface="微软雅黑" panose="020B0503020204020204" charset="-122"/>
                <a:ea typeface="微软雅黑" panose="020B0503020204020204" charset="-122"/>
              </a:rPr>
              <a:t>D</a:t>
            </a:r>
          </a:p>
        </p:txBody>
      </p:sp>
      <p:sp>
        <p:nvSpPr>
          <p:cNvPr id="14" name="圆角矩形 13"/>
          <p:cNvSpPr/>
          <p:nvPr>
            <p:custDataLst>
              <p:tags r:id="rId11"/>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fontAlgn="base"/>
            <a:r>
              <a:rPr lang="zh-CN" altLang="en-US" sz="1600" strike="noStrike" noProof="1">
                <a:solidFill>
                  <a:srgbClr val="FFFFFF"/>
                </a:solidFill>
                <a:latin typeface="微软雅黑" panose="020B0503020204020204" charset="-122"/>
                <a:ea typeface="微软雅黑" panose="020B0503020204020204" charset="-122"/>
              </a:rPr>
              <a:t>提交</a:t>
            </a:r>
          </a:p>
        </p:txBody>
      </p:sp>
      <p:grpSp>
        <p:nvGrpSpPr>
          <p:cNvPr id="40971" name="组合 18"/>
          <p:cNvGrpSpPr/>
          <p:nvPr/>
        </p:nvGrpSpPr>
        <p:grpSpPr>
          <a:xfrm>
            <a:off x="0" y="0"/>
            <a:ext cx="9144000" cy="635000"/>
            <a:chOff x="0" y="0"/>
            <a:chExt cx="14400" cy="1000"/>
          </a:xfrm>
        </p:grpSpPr>
        <p:sp>
          <p:nvSpPr>
            <p:cNvPr id="15" name="TitleBackground"/>
            <p:cNvSpPr/>
            <p:nvPr>
              <p:custDataLst>
                <p:tags r:id="rId13"/>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6" name="ColorBlock"/>
            <p:cNvSpPr/>
            <p:nvPr>
              <p:custDataLst>
                <p:tags r:id="rId14"/>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40974" name="TypeText"/>
            <p:cNvSpPr txBox="1"/>
            <p:nvPr>
              <p:custDataLst>
                <p:tags r:id="rId15"/>
              </p:custDataLst>
            </p:nvPr>
          </p:nvSpPr>
          <p:spPr>
            <a:xfrm>
              <a:off x="400" y="0"/>
              <a:ext cx="3000" cy="1000"/>
            </a:xfrm>
            <a:prstGeom prst="rect">
              <a:avLst/>
            </a:prstGeom>
            <a:noFill/>
            <a:ln w="9525">
              <a:noFill/>
            </a:ln>
          </p:spPr>
          <p:txBody>
            <a:bodyPr wrap="none" anchor="ctr" anchorCtr="0"/>
            <a:lstStyle/>
            <a:p>
              <a:r>
                <a:rPr lang="zh-CN" altLang="en-US" sz="2600">
                  <a:solidFill>
                    <a:srgbClr val="000000"/>
                  </a:solidFill>
                  <a:latin typeface="微软雅黑" panose="020B0503020204020204" charset="-122"/>
                  <a:ea typeface="微软雅黑" panose="020B0503020204020204" charset="-122"/>
                </a:rPr>
                <a:t>单选题</a:t>
              </a:r>
            </a:p>
          </p:txBody>
        </p:sp>
        <p:sp>
          <p:nvSpPr>
            <p:cNvPr id="40975" name="TipText"/>
            <p:cNvSpPr txBox="1"/>
            <p:nvPr>
              <p:custDataLst>
                <p:tags r:id="rId16"/>
              </p:custDataLst>
            </p:nvPr>
          </p:nvSpPr>
          <p:spPr>
            <a:xfrm>
              <a:off x="2248" y="172"/>
              <a:ext cx="3600" cy="800"/>
            </a:xfrm>
            <a:prstGeom prst="rect">
              <a:avLst/>
            </a:prstGeom>
            <a:noFill/>
            <a:ln w="9525">
              <a:noFill/>
            </a:ln>
          </p:spPr>
          <p:txBody>
            <a:bodyPr wrap="none" anchor="ctr" anchorCtr="0"/>
            <a:lstStyle/>
            <a:p>
              <a:r>
                <a:rPr lang="zh-CN" altLang="en-US" sz="2000">
                  <a:solidFill>
                    <a:srgbClr val="808080"/>
                  </a:solidFill>
                  <a:latin typeface="微软雅黑" panose="020B0503020204020204" charset="-122"/>
                  <a:ea typeface="微软雅黑" panose="020B0503020204020204" charset="-122"/>
                </a:rPr>
                <a:t>1分</a:t>
              </a:r>
            </a:p>
          </p:txBody>
        </p:sp>
      </p:grpSp>
      <p:pic>
        <p:nvPicPr>
          <p:cNvPr id="40976" name="图片 3" descr="tmpF29C"/>
          <p:cNvPicPr>
            <a:picLocks noChangeAspect="1"/>
          </p:cNvPicPr>
          <p:nvPr>
            <p:custDataLst>
              <p:tags r:id="rId12"/>
            </p:custDataLst>
          </p:nvPr>
        </p:nvPicPr>
        <p:blipFill>
          <a:blip r:embed="rId18"/>
          <a:stretch>
            <a:fillRect/>
          </a:stretch>
        </p:blipFill>
        <p:spPr>
          <a:xfrm>
            <a:off x="7594600" y="63500"/>
            <a:ext cx="1422400" cy="508000"/>
          </a:xfrm>
          <a:prstGeom prst="rect">
            <a:avLst/>
          </a:prstGeom>
          <a:noFill/>
          <a:ln w="9525">
            <a:noFill/>
          </a:ln>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文本占位符 695297"/>
          <p:cNvSpPr>
            <a:spLocks noGrp="1"/>
          </p:cNvSpPr>
          <p:nvPr>
            <p:ph idx="1"/>
          </p:nvPr>
        </p:nvSpPr>
        <p:spPr>
          <a:xfrm>
            <a:off x="468313" y="1196975"/>
            <a:ext cx="8135937" cy="5040313"/>
          </a:xfrm>
        </p:spPr>
        <p:txBody>
          <a:bodyPr anchor="t" anchorCtr="0"/>
          <a:lstStyle/>
          <a:p>
            <a:pPr>
              <a:lnSpc>
                <a:spcPct val="80000"/>
              </a:lnSpc>
            </a:pPr>
            <a:r>
              <a:rPr lang="zh-CN" altLang="en-US" sz="2400" b="1" dirty="0">
                <a:latin typeface="楷体_GB2312" pitchFamily="49" charset="-122"/>
                <a:ea typeface="楷体_GB2312" pitchFamily="49" charset="-122"/>
              </a:rPr>
              <a:t>软件（</a:t>
            </a:r>
            <a:r>
              <a:rPr lang="en-US" altLang="zh-CN" sz="2400" b="1" dirty="0">
                <a:latin typeface="楷体_GB2312" pitchFamily="49" charset="-122"/>
                <a:ea typeface="楷体_GB2312" pitchFamily="49" charset="-122"/>
              </a:rPr>
              <a:t>Software</a:t>
            </a:r>
            <a:r>
              <a:rPr lang="zh-CN" altLang="en-US" sz="2400" b="1" dirty="0">
                <a:latin typeface="楷体_GB2312" pitchFamily="49" charset="-122"/>
                <a:ea typeface="楷体_GB2312" pitchFamily="49" charset="-122"/>
              </a:rPr>
              <a:t>）：指能使计算机工作的程序和程序运行时所需要的数据，以及与这些程序和数据有关的文字说明和图表资料，其中文字说明和图表资料又称为文档。</a:t>
            </a:r>
          </a:p>
          <a:p>
            <a:pPr>
              <a:lnSpc>
                <a:spcPct val="80000"/>
              </a:lnSpc>
              <a:buNone/>
            </a:pPr>
            <a:r>
              <a:rPr lang="zh-CN" altLang="en-US" sz="2400" b="1" dirty="0">
                <a:latin typeface="楷体_GB2312" pitchFamily="49" charset="-122"/>
                <a:ea typeface="楷体_GB2312" pitchFamily="49" charset="-122"/>
              </a:rPr>
              <a:t>　</a:t>
            </a:r>
          </a:p>
          <a:p>
            <a:pPr>
              <a:lnSpc>
                <a:spcPct val="80000"/>
              </a:lnSpc>
              <a:buNone/>
            </a:pPr>
            <a:endParaRPr lang="zh-CN" altLang="en-US" sz="2400" b="1" dirty="0">
              <a:latin typeface="楷体_GB2312" pitchFamily="49" charset="-122"/>
              <a:ea typeface="楷体_GB2312" pitchFamily="49" charset="-122"/>
            </a:endParaRPr>
          </a:p>
          <a:p>
            <a:pPr>
              <a:lnSpc>
                <a:spcPct val="80000"/>
              </a:lnSpc>
            </a:pPr>
            <a:r>
              <a:rPr lang="zh-CN" altLang="en-US" sz="2400" b="1" dirty="0">
                <a:latin typeface="楷体_GB2312" pitchFamily="49" charset="-122"/>
                <a:ea typeface="楷体_GB2312" pitchFamily="49" charset="-122"/>
              </a:rPr>
              <a:t>软件的分类：</a:t>
            </a:r>
          </a:p>
          <a:p>
            <a:pPr>
              <a:lnSpc>
                <a:spcPct val="80000"/>
              </a:lnSpc>
              <a:buNone/>
            </a:pP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）系统软件：指管理、监控和维护计算机资源的软件。</a:t>
            </a:r>
          </a:p>
          <a:p>
            <a:pPr lvl="1">
              <a:lnSpc>
                <a:spcPct val="80000"/>
              </a:lnSpc>
            </a:pPr>
            <a:r>
              <a:rPr lang="zh-CN" altLang="en-US" sz="2400" b="1" dirty="0">
                <a:solidFill>
                  <a:srgbClr val="0000CC"/>
                </a:solidFill>
                <a:latin typeface="楷体_GB2312" pitchFamily="49" charset="-122"/>
                <a:ea typeface="楷体_GB2312" pitchFamily="49" charset="-122"/>
              </a:rPr>
              <a:t> 操作系统：</a:t>
            </a:r>
            <a:r>
              <a:rPr lang="en-US" altLang="zh-CN" sz="2400" b="1" dirty="0">
                <a:solidFill>
                  <a:srgbClr val="0000CC"/>
                </a:solidFill>
                <a:latin typeface="楷体_GB2312" pitchFamily="49" charset="-122"/>
                <a:ea typeface="楷体_GB2312" pitchFamily="49" charset="-122"/>
              </a:rPr>
              <a:t>DOS</a:t>
            </a:r>
            <a:r>
              <a:rPr lang="zh-CN" altLang="en-US" sz="2400" b="1" dirty="0">
                <a:solidFill>
                  <a:srgbClr val="0000CC"/>
                </a:solidFill>
                <a:latin typeface="楷体_GB2312" pitchFamily="49" charset="-122"/>
                <a:ea typeface="楷体_GB2312" pitchFamily="49" charset="-122"/>
              </a:rPr>
              <a:t>、</a:t>
            </a:r>
            <a:r>
              <a:rPr lang="en-US" altLang="zh-CN" sz="2400" b="1" dirty="0">
                <a:solidFill>
                  <a:srgbClr val="0000CC"/>
                </a:solidFill>
                <a:latin typeface="楷体_GB2312" pitchFamily="49" charset="-122"/>
                <a:ea typeface="楷体_GB2312" pitchFamily="49" charset="-122"/>
              </a:rPr>
              <a:t>WINDOWS</a:t>
            </a:r>
            <a:r>
              <a:rPr lang="zh-CN" altLang="en-US" sz="2400" b="1" dirty="0">
                <a:solidFill>
                  <a:srgbClr val="0000CC"/>
                </a:solidFill>
                <a:latin typeface="楷体_GB2312" pitchFamily="49" charset="-122"/>
                <a:ea typeface="楷体_GB2312" pitchFamily="49" charset="-122"/>
              </a:rPr>
              <a:t>、</a:t>
            </a:r>
            <a:r>
              <a:rPr lang="en-US" altLang="zh-CN" sz="2400" b="1" dirty="0">
                <a:solidFill>
                  <a:srgbClr val="0000CC"/>
                </a:solidFill>
                <a:latin typeface="楷体_GB2312" pitchFamily="49" charset="-122"/>
                <a:ea typeface="楷体_GB2312" pitchFamily="49" charset="-122"/>
              </a:rPr>
              <a:t>UNIX</a:t>
            </a:r>
            <a:r>
              <a:rPr lang="zh-CN" altLang="en-US" sz="2400" b="1" dirty="0">
                <a:solidFill>
                  <a:srgbClr val="0000CC"/>
                </a:solidFill>
                <a:latin typeface="楷体_GB2312" pitchFamily="49" charset="-122"/>
                <a:ea typeface="楷体_GB2312" pitchFamily="49" charset="-122"/>
              </a:rPr>
              <a:t>、</a:t>
            </a:r>
            <a:r>
              <a:rPr lang="en-US" altLang="zh-CN" sz="2400" b="1">
                <a:solidFill>
                  <a:srgbClr val="0000CC"/>
                </a:solidFill>
                <a:latin typeface="楷体_GB2312" pitchFamily="49" charset="-122"/>
                <a:ea typeface="楷体_GB2312" pitchFamily="49" charset="-122"/>
              </a:rPr>
              <a:t>LINUX</a:t>
            </a:r>
          </a:p>
          <a:p>
            <a:pPr lvl="1">
              <a:lnSpc>
                <a:spcPct val="80000"/>
              </a:lnSpc>
            </a:pPr>
            <a:r>
              <a:rPr lang="en-US" altLang="zh-CN" sz="2400" b="1" dirty="0">
                <a:solidFill>
                  <a:srgbClr val="0000CC"/>
                </a:solidFill>
                <a:latin typeface="楷体_GB2312" pitchFamily="49" charset="-122"/>
                <a:ea typeface="楷体_GB2312" pitchFamily="49" charset="-122"/>
              </a:rPr>
              <a:t> </a:t>
            </a:r>
            <a:r>
              <a:rPr lang="zh-CN" altLang="en-US" sz="2400" b="1" dirty="0">
                <a:solidFill>
                  <a:srgbClr val="0000CC"/>
                </a:solidFill>
                <a:latin typeface="楷体_GB2312" pitchFamily="49" charset="-122"/>
                <a:ea typeface="楷体_GB2312" pitchFamily="49" charset="-122"/>
              </a:rPr>
              <a:t>语言处理程序：机器语言、汇编语言和高级语言</a:t>
            </a:r>
          </a:p>
          <a:p>
            <a:pPr lvl="1">
              <a:lnSpc>
                <a:spcPct val="80000"/>
              </a:lnSpc>
            </a:pPr>
            <a:r>
              <a:rPr lang="zh-CN" altLang="en-US" sz="2400" b="1" dirty="0">
                <a:solidFill>
                  <a:srgbClr val="0000CC"/>
                </a:solidFill>
                <a:latin typeface="楷体_GB2312" pitchFamily="49" charset="-122"/>
                <a:ea typeface="楷体_GB2312" pitchFamily="49" charset="-122"/>
              </a:rPr>
              <a:t> 数据库管理系统：数据库和管理数据库的软件</a:t>
            </a:r>
          </a:p>
          <a:p>
            <a:pPr lvl="1">
              <a:lnSpc>
                <a:spcPct val="80000"/>
              </a:lnSpc>
            </a:pPr>
            <a:r>
              <a:rPr lang="zh-CN" altLang="en-US" sz="2400" b="1" dirty="0">
                <a:solidFill>
                  <a:srgbClr val="0000CC"/>
                </a:solidFill>
                <a:latin typeface="楷体_GB2312" pitchFamily="49" charset="-122"/>
                <a:ea typeface="楷体_GB2312" pitchFamily="49" charset="-122"/>
              </a:rPr>
              <a:t> 服务程序：例如编辑程序、诊断程序、排错程序等</a:t>
            </a:r>
            <a:r>
              <a:rPr lang="zh-CN" altLang="en-US" sz="2400" b="1" dirty="0">
                <a:latin typeface="楷体_GB2312" pitchFamily="49" charset="-122"/>
                <a:ea typeface="楷体_GB2312" pitchFamily="49" charset="-122"/>
              </a:rPr>
              <a:t> </a:t>
            </a:r>
            <a:endParaRPr lang="zh-CN" altLang="en-US" sz="2400" b="1" dirty="0">
              <a:solidFill>
                <a:srgbClr val="0000CC"/>
              </a:solidFill>
              <a:latin typeface="楷体_GB2312" pitchFamily="49" charset="-122"/>
              <a:ea typeface="楷体_GB2312" pitchFamily="49" charset="-122"/>
            </a:endParaRPr>
          </a:p>
          <a:p>
            <a:pPr>
              <a:lnSpc>
                <a:spcPct val="80000"/>
              </a:lnSpc>
              <a:buNone/>
            </a:pP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）应用软件：除了系统软件以外的所有软件，是用户利用计算机及其提供的系统软件为解决各种实际问题而编制的计算机程序。 </a:t>
            </a:r>
          </a:p>
        </p:txBody>
      </p:sp>
      <p:sp>
        <p:nvSpPr>
          <p:cNvPr id="50178" name="标题 695298"/>
          <p:cNvSpPr>
            <a:spLocks noGrp="1"/>
          </p:cNvSpPr>
          <p:nvPr>
            <p:ph type="title"/>
          </p:nvPr>
        </p:nvSpPr>
        <p:spPr>
          <a:xfrm>
            <a:off x="468313" y="0"/>
            <a:ext cx="8229600" cy="1371600"/>
          </a:xfrm>
        </p:spPr>
        <p:txBody>
          <a:bodyPr anchor="ctr" anchorCtr="0"/>
          <a:lstStyle/>
          <a:p>
            <a:r>
              <a:rPr lang="zh-CN" altLang="en-US" sz="3600" b="1" dirty="0"/>
              <a:t>二、 计算机的软件系统</a:t>
            </a:r>
            <a:endParaRPr lang="zh-CN" altLang="en-US" sz="3600" b="1"/>
          </a:p>
        </p:txBody>
      </p:sp>
      <p:sp>
        <p:nvSpPr>
          <p:cNvPr id="50179" name="矩形 695299"/>
          <p:cNvSpPr/>
          <p:nvPr/>
        </p:nvSpPr>
        <p:spPr>
          <a:xfrm>
            <a:off x="2339975" y="2276475"/>
            <a:ext cx="3757613" cy="433388"/>
          </a:xfrm>
          <a:prstGeom prst="rect">
            <a:avLst/>
          </a:prstGeom>
          <a:noFill/>
          <a:ln w="9525">
            <a:noFill/>
          </a:ln>
        </p:spPr>
        <p:txBody>
          <a:bodyPr wrap="none" anchor="t" anchorCtr="0">
            <a:spAutoFit/>
          </a:bodyPr>
          <a:lstStyle/>
          <a:p>
            <a:pPr>
              <a:lnSpc>
                <a:spcPct val="80000"/>
              </a:lnSpc>
              <a:spcBef>
                <a:spcPct val="20000"/>
              </a:spcBef>
              <a:buSzPct val="75000"/>
              <a:buFont typeface="Wingdings" panose="05000000000000000000" pitchFamily="2" charset="2"/>
            </a:pPr>
            <a:r>
              <a:rPr lang="zh-CN" altLang="en-US" sz="2800" b="1" dirty="0">
                <a:solidFill>
                  <a:srgbClr val="FF3300"/>
                </a:solidFill>
                <a:latin typeface="宋体" panose="02010600030101010101" pitchFamily="2" charset="-122"/>
                <a:ea typeface="宋体" panose="02010600030101010101" pitchFamily="2" charset="-122"/>
              </a:rPr>
              <a:t>软件＝程序</a:t>
            </a:r>
            <a:r>
              <a:rPr lang="en-US" altLang="zh-CN" sz="2800" b="1" dirty="0">
                <a:solidFill>
                  <a:srgbClr val="FF3300"/>
                </a:solidFill>
                <a:latin typeface="宋体" panose="02010600030101010101" pitchFamily="2" charset="-122"/>
                <a:ea typeface="宋体" panose="02010600030101010101" pitchFamily="2" charset="-122"/>
              </a:rPr>
              <a:t>+</a:t>
            </a:r>
            <a:r>
              <a:rPr lang="zh-CN" altLang="en-US" sz="2800" b="1" dirty="0">
                <a:solidFill>
                  <a:srgbClr val="FF3300"/>
                </a:solidFill>
                <a:latin typeface="宋体" panose="02010600030101010101" pitchFamily="2" charset="-122"/>
                <a:ea typeface="宋体" panose="02010600030101010101" pitchFamily="2" charset="-122"/>
              </a:rPr>
              <a:t>数据</a:t>
            </a:r>
            <a:r>
              <a:rPr lang="en-US" altLang="zh-CN" sz="2800" b="1" dirty="0">
                <a:solidFill>
                  <a:srgbClr val="FF3300"/>
                </a:solidFill>
                <a:latin typeface="宋体" panose="02010600030101010101" pitchFamily="2" charset="-122"/>
                <a:ea typeface="宋体" panose="02010600030101010101" pitchFamily="2" charset="-122"/>
              </a:rPr>
              <a:t>+</a:t>
            </a:r>
            <a:r>
              <a:rPr lang="zh-CN" altLang="en-US" sz="2800" b="1" dirty="0">
                <a:solidFill>
                  <a:srgbClr val="FF3300"/>
                </a:solidFill>
                <a:latin typeface="宋体" panose="02010600030101010101" pitchFamily="2" charset="-122"/>
                <a:ea typeface="宋体" panose="02010600030101010101" pitchFamily="2" charset="-122"/>
              </a:rPr>
              <a:t>文档</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矩形 696321"/>
          <p:cNvSpPr/>
          <p:nvPr/>
        </p:nvSpPr>
        <p:spPr>
          <a:xfrm>
            <a:off x="1331913" y="304800"/>
            <a:ext cx="6553200" cy="603250"/>
          </a:xfrm>
          <a:prstGeom prst="rect">
            <a:avLst/>
          </a:prstGeom>
          <a:noFill/>
          <a:ln w="12700">
            <a:noFill/>
          </a:ln>
        </p:spPr>
        <p:txBody>
          <a:bodyPr lIns="73021" tIns="36511" rIns="73021" bIns="36511" anchor="t" anchorCtr="0"/>
          <a:lstStyle/>
          <a:p>
            <a:pPr marL="342900" indent="-342900" algn="just">
              <a:spcBef>
                <a:spcPct val="20000"/>
              </a:spcBef>
              <a:buClr>
                <a:schemeClr val="hlink"/>
              </a:buClr>
              <a:buSzPct val="70000"/>
              <a:buFont typeface="Wingdings" panose="05000000000000000000" pitchFamily="2" charset="2"/>
            </a:pPr>
            <a:r>
              <a:rPr lang="zh-CN" altLang="en-US" sz="3200" b="1" dirty="0">
                <a:solidFill>
                  <a:schemeClr val="hlink"/>
                </a:solidFill>
                <a:latin typeface="Arial" panose="020B0604020202020204" pitchFamily="34" charset="0"/>
                <a:ea typeface="宋体" panose="02010600030101010101" pitchFamily="2" charset="-122"/>
              </a:rPr>
              <a:t>计算机软件＝程序＋数据＋文档</a:t>
            </a:r>
          </a:p>
        </p:txBody>
      </p:sp>
      <p:grpSp>
        <p:nvGrpSpPr>
          <p:cNvPr id="51202" name="组合 696322"/>
          <p:cNvGrpSpPr/>
          <p:nvPr/>
        </p:nvGrpSpPr>
        <p:grpSpPr>
          <a:xfrm>
            <a:off x="107950" y="917575"/>
            <a:ext cx="8693150" cy="5607050"/>
            <a:chOff x="96" y="528"/>
            <a:chExt cx="5277" cy="3532"/>
          </a:xfrm>
        </p:grpSpPr>
        <p:sp>
          <p:nvSpPr>
            <p:cNvPr id="51203" name="矩形 696323"/>
            <p:cNvSpPr/>
            <p:nvPr/>
          </p:nvSpPr>
          <p:spPr>
            <a:xfrm>
              <a:off x="96" y="2265"/>
              <a:ext cx="854"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Times New Roman" panose="02020603050405020304" pitchFamily="18" charset="0"/>
                  <a:ea typeface="宋体" panose="02010600030101010101" pitchFamily="2" charset="-122"/>
                </a:rPr>
                <a:t>软件分类</a:t>
              </a:r>
            </a:p>
          </p:txBody>
        </p:sp>
        <p:sp>
          <p:nvSpPr>
            <p:cNvPr id="51204" name="直接连接符 696324"/>
            <p:cNvSpPr/>
            <p:nvPr/>
          </p:nvSpPr>
          <p:spPr>
            <a:xfrm>
              <a:off x="789" y="2400"/>
              <a:ext cx="219" cy="0"/>
            </a:xfrm>
            <a:prstGeom prst="line">
              <a:avLst/>
            </a:prstGeom>
            <a:ln w="12700" cap="flat" cmpd="sng">
              <a:solidFill>
                <a:schemeClr val="tx1"/>
              </a:solidFill>
              <a:prstDash val="solid"/>
              <a:round/>
              <a:headEnd type="none" w="med" len="med"/>
              <a:tailEnd type="none" w="med" len="med"/>
            </a:ln>
          </p:spPr>
        </p:sp>
        <p:sp>
          <p:nvSpPr>
            <p:cNvPr id="51205" name="直接连接符 696325"/>
            <p:cNvSpPr/>
            <p:nvPr/>
          </p:nvSpPr>
          <p:spPr>
            <a:xfrm flipH="1">
              <a:off x="1008" y="1609"/>
              <a:ext cx="0" cy="1559"/>
            </a:xfrm>
            <a:prstGeom prst="line">
              <a:avLst/>
            </a:prstGeom>
            <a:ln w="12700" cap="flat" cmpd="sng">
              <a:solidFill>
                <a:schemeClr val="tx1"/>
              </a:solidFill>
              <a:prstDash val="solid"/>
              <a:round/>
              <a:headEnd type="none" w="med" len="med"/>
              <a:tailEnd type="none" w="med" len="med"/>
            </a:ln>
          </p:spPr>
        </p:sp>
        <p:sp>
          <p:nvSpPr>
            <p:cNvPr id="51206" name="直接连接符 696326"/>
            <p:cNvSpPr/>
            <p:nvPr/>
          </p:nvSpPr>
          <p:spPr>
            <a:xfrm>
              <a:off x="2352" y="672"/>
              <a:ext cx="309" cy="0"/>
            </a:xfrm>
            <a:prstGeom prst="line">
              <a:avLst/>
            </a:prstGeom>
            <a:ln w="12700" cap="flat" cmpd="sng">
              <a:solidFill>
                <a:schemeClr val="tx1"/>
              </a:solidFill>
              <a:prstDash val="solid"/>
              <a:round/>
              <a:headEnd type="none" w="med" len="med"/>
              <a:tailEnd type="none" w="med" len="med"/>
            </a:ln>
          </p:spPr>
        </p:sp>
        <p:sp>
          <p:nvSpPr>
            <p:cNvPr id="51207" name="矩形 696327"/>
            <p:cNvSpPr/>
            <p:nvPr/>
          </p:nvSpPr>
          <p:spPr>
            <a:xfrm>
              <a:off x="2652" y="528"/>
              <a:ext cx="1220"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Times New Roman" panose="02020603050405020304" pitchFamily="18" charset="0"/>
                  <a:ea typeface="宋体" panose="02010600030101010101" pitchFamily="2" charset="-122"/>
                </a:rPr>
                <a:t>操作系统 	</a:t>
              </a:r>
              <a:endParaRPr lang="zh-CN" altLang="en-US" b="1">
                <a:latin typeface="Times New Roman" panose="02020603050405020304" pitchFamily="18" charset="0"/>
                <a:ea typeface="宋体" panose="02010600030101010101" pitchFamily="2" charset="-122"/>
              </a:endParaRPr>
            </a:p>
          </p:txBody>
        </p:sp>
        <p:sp>
          <p:nvSpPr>
            <p:cNvPr id="51208" name="直接连接符 696328"/>
            <p:cNvSpPr/>
            <p:nvPr/>
          </p:nvSpPr>
          <p:spPr>
            <a:xfrm>
              <a:off x="2352" y="924"/>
              <a:ext cx="309" cy="0"/>
            </a:xfrm>
            <a:prstGeom prst="line">
              <a:avLst/>
            </a:prstGeom>
            <a:ln w="12700" cap="flat" cmpd="sng">
              <a:solidFill>
                <a:schemeClr val="tx1"/>
              </a:solidFill>
              <a:prstDash val="solid"/>
              <a:round/>
              <a:headEnd type="none" w="med" len="med"/>
              <a:tailEnd type="none" w="med" len="med"/>
            </a:ln>
          </p:spPr>
        </p:sp>
        <p:sp>
          <p:nvSpPr>
            <p:cNvPr id="51209" name="矩形 696329"/>
            <p:cNvSpPr/>
            <p:nvPr/>
          </p:nvSpPr>
          <p:spPr>
            <a:xfrm>
              <a:off x="2640" y="754"/>
              <a:ext cx="1226"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Times New Roman" panose="02020603050405020304" pitchFamily="18" charset="0"/>
                  <a:ea typeface="宋体" panose="02010600030101010101" pitchFamily="2" charset="-122"/>
                </a:rPr>
                <a:t>语言处理程序</a:t>
              </a:r>
              <a:endParaRPr lang="zh-CN" altLang="en-US" b="1">
                <a:latin typeface="Times New Roman" panose="02020603050405020304" pitchFamily="18" charset="0"/>
                <a:ea typeface="宋体" panose="02010600030101010101" pitchFamily="2" charset="-122"/>
              </a:endParaRPr>
            </a:p>
          </p:txBody>
        </p:sp>
        <p:sp>
          <p:nvSpPr>
            <p:cNvPr id="51210" name="直接连接符 696330"/>
            <p:cNvSpPr/>
            <p:nvPr/>
          </p:nvSpPr>
          <p:spPr>
            <a:xfrm>
              <a:off x="2349" y="2064"/>
              <a:ext cx="309" cy="0"/>
            </a:xfrm>
            <a:prstGeom prst="line">
              <a:avLst/>
            </a:prstGeom>
            <a:ln w="12700" cap="flat" cmpd="sng">
              <a:solidFill>
                <a:schemeClr val="tx1"/>
              </a:solidFill>
              <a:prstDash val="solid"/>
              <a:round/>
              <a:headEnd type="none" w="med" len="med"/>
              <a:tailEnd type="none" w="med" len="med"/>
            </a:ln>
          </p:spPr>
        </p:sp>
        <p:sp>
          <p:nvSpPr>
            <p:cNvPr id="51211" name="矩形 696331"/>
            <p:cNvSpPr/>
            <p:nvPr/>
          </p:nvSpPr>
          <p:spPr>
            <a:xfrm>
              <a:off x="2550" y="1888"/>
              <a:ext cx="1040"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Times New Roman" panose="02020603050405020304" pitchFamily="18" charset="0"/>
                  <a:ea typeface="宋体" panose="02010600030101010101" pitchFamily="2" charset="-122"/>
                </a:rPr>
                <a:t>服务性程序</a:t>
              </a:r>
              <a:endParaRPr lang="zh-CN" altLang="en-US" b="1">
                <a:latin typeface="Times New Roman" panose="02020603050405020304" pitchFamily="18" charset="0"/>
                <a:ea typeface="宋体" panose="02010600030101010101" pitchFamily="2" charset="-122"/>
              </a:endParaRPr>
            </a:p>
          </p:txBody>
        </p:sp>
        <p:sp>
          <p:nvSpPr>
            <p:cNvPr id="51212" name="直接连接符 696332"/>
            <p:cNvSpPr/>
            <p:nvPr/>
          </p:nvSpPr>
          <p:spPr>
            <a:xfrm>
              <a:off x="1018" y="3141"/>
              <a:ext cx="1272" cy="0"/>
            </a:xfrm>
            <a:prstGeom prst="line">
              <a:avLst/>
            </a:prstGeom>
            <a:ln w="12700" cap="flat" cmpd="sng">
              <a:solidFill>
                <a:schemeClr val="tx1"/>
              </a:solidFill>
              <a:prstDash val="solid"/>
              <a:round/>
              <a:headEnd type="none" w="med" len="med"/>
              <a:tailEnd type="none" w="med" len="med"/>
            </a:ln>
          </p:spPr>
        </p:sp>
        <p:sp>
          <p:nvSpPr>
            <p:cNvPr id="51213" name="矩形 696333"/>
            <p:cNvSpPr/>
            <p:nvPr/>
          </p:nvSpPr>
          <p:spPr>
            <a:xfrm>
              <a:off x="1292" y="2990"/>
              <a:ext cx="854" cy="286"/>
            </a:xfrm>
            <a:prstGeom prst="rect">
              <a:avLst/>
            </a:prstGeom>
            <a:solidFill>
              <a:srgbClr val="FFFFFF"/>
            </a:solidFill>
            <a:ln w="12700">
              <a:noFill/>
            </a:ln>
          </p:spPr>
          <p:txBody>
            <a:bodyPr wrap="none" lIns="90483" tIns="44448" rIns="90483" bIns="44448" anchor="t" anchorCtr="0">
              <a:spAutoFit/>
            </a:bodyPr>
            <a:lstStyle/>
            <a:p>
              <a:pPr eaLnBrk="0" hangingPunct="0"/>
              <a:r>
                <a:rPr lang="zh-CN" altLang="en-US" b="1" dirty="0">
                  <a:latin typeface="Times New Roman" panose="02020603050405020304" pitchFamily="18" charset="0"/>
                  <a:ea typeface="宋体" panose="02010600030101010101" pitchFamily="2" charset="-122"/>
                </a:rPr>
                <a:t>应用软件</a:t>
              </a:r>
            </a:p>
          </p:txBody>
        </p:sp>
        <p:sp>
          <p:nvSpPr>
            <p:cNvPr id="51214" name="直接连接符 696334"/>
            <p:cNvSpPr/>
            <p:nvPr/>
          </p:nvSpPr>
          <p:spPr>
            <a:xfrm>
              <a:off x="2349" y="2625"/>
              <a:ext cx="309" cy="0"/>
            </a:xfrm>
            <a:prstGeom prst="line">
              <a:avLst/>
            </a:prstGeom>
            <a:ln w="12700" cap="flat" cmpd="sng">
              <a:solidFill>
                <a:schemeClr val="tx1"/>
              </a:solidFill>
              <a:prstDash val="solid"/>
              <a:round/>
              <a:headEnd type="none" w="med" len="med"/>
              <a:tailEnd type="none" w="med" len="med"/>
            </a:ln>
          </p:spPr>
        </p:sp>
        <p:sp>
          <p:nvSpPr>
            <p:cNvPr id="51215" name="直接连接符 696335"/>
            <p:cNvSpPr/>
            <p:nvPr/>
          </p:nvSpPr>
          <p:spPr>
            <a:xfrm>
              <a:off x="2350" y="1323"/>
              <a:ext cx="309" cy="0"/>
            </a:xfrm>
            <a:prstGeom prst="line">
              <a:avLst/>
            </a:prstGeom>
            <a:ln w="12700" cap="flat" cmpd="sng">
              <a:solidFill>
                <a:schemeClr val="tx1"/>
              </a:solidFill>
              <a:prstDash val="solid"/>
              <a:round/>
              <a:headEnd type="none" w="med" len="med"/>
              <a:tailEnd type="none" w="med" len="med"/>
            </a:ln>
          </p:spPr>
        </p:sp>
        <p:sp>
          <p:nvSpPr>
            <p:cNvPr id="51216" name="直接连接符 696336"/>
            <p:cNvSpPr/>
            <p:nvPr/>
          </p:nvSpPr>
          <p:spPr>
            <a:xfrm>
              <a:off x="2349" y="3121"/>
              <a:ext cx="309" cy="0"/>
            </a:xfrm>
            <a:prstGeom prst="line">
              <a:avLst/>
            </a:prstGeom>
            <a:ln w="12700" cap="flat" cmpd="sng">
              <a:solidFill>
                <a:schemeClr val="tx1"/>
              </a:solidFill>
              <a:prstDash val="solid"/>
              <a:round/>
              <a:headEnd type="none" w="med" len="med"/>
              <a:tailEnd type="none" w="med" len="med"/>
            </a:ln>
          </p:spPr>
        </p:sp>
        <p:sp>
          <p:nvSpPr>
            <p:cNvPr id="51217" name="直接连接符 696337"/>
            <p:cNvSpPr/>
            <p:nvPr/>
          </p:nvSpPr>
          <p:spPr>
            <a:xfrm>
              <a:off x="2349" y="3365"/>
              <a:ext cx="309" cy="0"/>
            </a:xfrm>
            <a:prstGeom prst="line">
              <a:avLst/>
            </a:prstGeom>
            <a:ln w="12700" cap="flat" cmpd="sng">
              <a:solidFill>
                <a:schemeClr val="tx1"/>
              </a:solidFill>
              <a:prstDash val="solid"/>
              <a:round/>
              <a:headEnd type="none" w="med" len="med"/>
              <a:tailEnd type="none" w="med" len="med"/>
            </a:ln>
          </p:spPr>
        </p:sp>
        <p:sp>
          <p:nvSpPr>
            <p:cNvPr id="51218" name="矩形 696338"/>
            <p:cNvSpPr/>
            <p:nvPr/>
          </p:nvSpPr>
          <p:spPr>
            <a:xfrm>
              <a:off x="2626" y="2509"/>
              <a:ext cx="1039"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Times New Roman" panose="02020603050405020304" pitchFamily="18" charset="0"/>
                  <a:ea typeface="宋体" panose="02010600030101010101" pitchFamily="2" charset="-122"/>
                </a:rPr>
                <a:t>办公软件包</a:t>
              </a:r>
              <a:endParaRPr lang="zh-CN" altLang="en-US" b="1">
                <a:latin typeface="Times New Roman" panose="02020603050405020304" pitchFamily="18" charset="0"/>
                <a:ea typeface="宋体" panose="02010600030101010101" pitchFamily="2" charset="-122"/>
              </a:endParaRPr>
            </a:p>
          </p:txBody>
        </p:sp>
        <p:sp>
          <p:nvSpPr>
            <p:cNvPr id="51219" name="矩形 696339"/>
            <p:cNvSpPr/>
            <p:nvPr/>
          </p:nvSpPr>
          <p:spPr>
            <a:xfrm>
              <a:off x="2640" y="1152"/>
              <a:ext cx="1412"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宋体" panose="02010600030101010101" pitchFamily="2" charset="-122"/>
                  <a:ea typeface="宋体" panose="02010600030101010101" pitchFamily="2" charset="-122"/>
                </a:rPr>
                <a:t>数据库管理系统</a:t>
              </a:r>
              <a:endParaRPr lang="zh-CN" altLang="en-US" b="1">
                <a:latin typeface="Times New Roman" panose="02020603050405020304" pitchFamily="18" charset="0"/>
                <a:ea typeface="宋体" panose="02010600030101010101" pitchFamily="2" charset="-122"/>
              </a:endParaRPr>
            </a:p>
          </p:txBody>
        </p:sp>
        <p:sp>
          <p:nvSpPr>
            <p:cNvPr id="51220" name="矩形 696340"/>
            <p:cNvSpPr/>
            <p:nvPr/>
          </p:nvSpPr>
          <p:spPr>
            <a:xfrm>
              <a:off x="2627" y="2998"/>
              <a:ext cx="667"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宋体" panose="02010600030101010101" pitchFamily="2" charset="-122"/>
                  <a:ea typeface="宋体" panose="02010600030101010101" pitchFamily="2" charset="-122"/>
                </a:rPr>
                <a:t>浏览器</a:t>
              </a:r>
              <a:endParaRPr lang="zh-CN" altLang="en-US" b="1">
                <a:latin typeface="Times New Roman" panose="02020603050405020304" pitchFamily="18" charset="0"/>
                <a:ea typeface="宋体" panose="02010600030101010101" pitchFamily="2" charset="-122"/>
              </a:endParaRPr>
            </a:p>
          </p:txBody>
        </p:sp>
        <p:sp>
          <p:nvSpPr>
            <p:cNvPr id="51221" name="矩形 696341"/>
            <p:cNvSpPr/>
            <p:nvPr/>
          </p:nvSpPr>
          <p:spPr>
            <a:xfrm>
              <a:off x="2641" y="3243"/>
              <a:ext cx="1226"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Times New Roman" panose="02020603050405020304" pitchFamily="18" charset="0"/>
                  <a:ea typeface="宋体" panose="02010600030101010101" pitchFamily="2" charset="-122"/>
                </a:rPr>
                <a:t>实时控制软件</a:t>
              </a:r>
              <a:endParaRPr lang="zh-CN" altLang="en-US" b="1">
                <a:latin typeface="Times New Roman" panose="02020603050405020304" pitchFamily="18" charset="0"/>
                <a:ea typeface="宋体" panose="02010600030101010101" pitchFamily="2" charset="-122"/>
              </a:endParaRPr>
            </a:p>
          </p:txBody>
        </p:sp>
        <p:sp>
          <p:nvSpPr>
            <p:cNvPr id="51222" name="直接连接符 696342"/>
            <p:cNvSpPr/>
            <p:nvPr/>
          </p:nvSpPr>
          <p:spPr>
            <a:xfrm>
              <a:off x="3456" y="2064"/>
              <a:ext cx="192" cy="0"/>
            </a:xfrm>
            <a:prstGeom prst="line">
              <a:avLst/>
            </a:prstGeom>
            <a:ln w="12700" cap="flat" cmpd="sng">
              <a:solidFill>
                <a:schemeClr val="tx1"/>
              </a:solidFill>
              <a:prstDash val="solid"/>
              <a:round/>
              <a:headEnd type="none" w="med" len="med"/>
              <a:tailEnd type="none" w="med" len="med"/>
            </a:ln>
          </p:spPr>
        </p:sp>
        <p:sp>
          <p:nvSpPr>
            <p:cNvPr id="51223" name="直接连接符 696343"/>
            <p:cNvSpPr/>
            <p:nvPr/>
          </p:nvSpPr>
          <p:spPr>
            <a:xfrm>
              <a:off x="3651" y="1581"/>
              <a:ext cx="0" cy="972"/>
            </a:xfrm>
            <a:prstGeom prst="line">
              <a:avLst/>
            </a:prstGeom>
            <a:ln w="12700" cap="flat" cmpd="sng">
              <a:solidFill>
                <a:schemeClr val="tx1"/>
              </a:solidFill>
              <a:prstDash val="solid"/>
              <a:round/>
              <a:headEnd type="none" w="med" len="med"/>
              <a:tailEnd type="none" w="med" len="med"/>
            </a:ln>
          </p:spPr>
        </p:sp>
        <p:sp>
          <p:nvSpPr>
            <p:cNvPr id="51224" name="直接连接符 696344"/>
            <p:cNvSpPr/>
            <p:nvPr/>
          </p:nvSpPr>
          <p:spPr>
            <a:xfrm>
              <a:off x="3654" y="1578"/>
              <a:ext cx="308" cy="0"/>
            </a:xfrm>
            <a:prstGeom prst="line">
              <a:avLst/>
            </a:prstGeom>
            <a:ln w="12700" cap="flat" cmpd="sng">
              <a:solidFill>
                <a:schemeClr val="tx1"/>
              </a:solidFill>
              <a:prstDash val="solid"/>
              <a:round/>
              <a:headEnd type="none" w="med" len="med"/>
              <a:tailEnd type="none" w="med" len="med"/>
            </a:ln>
          </p:spPr>
        </p:sp>
        <p:sp>
          <p:nvSpPr>
            <p:cNvPr id="51225" name="直接连接符 696345"/>
            <p:cNvSpPr/>
            <p:nvPr/>
          </p:nvSpPr>
          <p:spPr>
            <a:xfrm>
              <a:off x="3654" y="1826"/>
              <a:ext cx="308" cy="0"/>
            </a:xfrm>
            <a:prstGeom prst="line">
              <a:avLst/>
            </a:prstGeom>
            <a:ln w="12700" cap="flat" cmpd="sng">
              <a:solidFill>
                <a:schemeClr val="tx1"/>
              </a:solidFill>
              <a:prstDash val="solid"/>
              <a:round/>
              <a:headEnd type="none" w="med" len="med"/>
              <a:tailEnd type="none" w="med" len="med"/>
            </a:ln>
          </p:spPr>
        </p:sp>
        <p:sp>
          <p:nvSpPr>
            <p:cNvPr id="51226" name="直接连接符 696346"/>
            <p:cNvSpPr/>
            <p:nvPr/>
          </p:nvSpPr>
          <p:spPr>
            <a:xfrm>
              <a:off x="3654" y="2070"/>
              <a:ext cx="308" cy="0"/>
            </a:xfrm>
            <a:prstGeom prst="line">
              <a:avLst/>
            </a:prstGeom>
            <a:ln w="12700" cap="flat" cmpd="sng">
              <a:solidFill>
                <a:schemeClr val="tx1"/>
              </a:solidFill>
              <a:prstDash val="solid"/>
              <a:round/>
              <a:headEnd type="none" w="med" len="med"/>
              <a:tailEnd type="none" w="med" len="med"/>
            </a:ln>
          </p:spPr>
        </p:sp>
        <p:sp>
          <p:nvSpPr>
            <p:cNvPr id="51227" name="矩形 696347"/>
            <p:cNvSpPr/>
            <p:nvPr/>
          </p:nvSpPr>
          <p:spPr>
            <a:xfrm>
              <a:off x="3962" y="1459"/>
              <a:ext cx="1411"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宋体" panose="02010600030101010101" pitchFamily="2" charset="-122"/>
                  <a:ea typeface="宋体" panose="02010600030101010101" pitchFamily="2" charset="-122"/>
                </a:rPr>
                <a:t>诊断、排错程序</a:t>
              </a:r>
              <a:endParaRPr lang="zh-CN" altLang="en-US" b="1">
                <a:latin typeface="Times New Roman" panose="02020603050405020304" pitchFamily="18" charset="0"/>
                <a:ea typeface="宋体" panose="02010600030101010101" pitchFamily="2" charset="-122"/>
              </a:endParaRPr>
            </a:p>
          </p:txBody>
        </p:sp>
        <p:sp>
          <p:nvSpPr>
            <p:cNvPr id="51228" name="矩形 696348"/>
            <p:cNvSpPr/>
            <p:nvPr/>
          </p:nvSpPr>
          <p:spPr>
            <a:xfrm>
              <a:off x="3935" y="1703"/>
              <a:ext cx="1039"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宋体" panose="02010600030101010101" pitchFamily="2" charset="-122"/>
                  <a:ea typeface="宋体" panose="02010600030101010101" pitchFamily="2" charset="-122"/>
                </a:rPr>
                <a:t>反病毒程序</a:t>
              </a:r>
              <a:endParaRPr lang="zh-CN" altLang="en-US" b="1">
                <a:latin typeface="Times New Roman" panose="02020603050405020304" pitchFamily="18" charset="0"/>
                <a:ea typeface="宋体" panose="02010600030101010101" pitchFamily="2" charset="-122"/>
              </a:endParaRPr>
            </a:p>
          </p:txBody>
        </p:sp>
        <p:sp>
          <p:nvSpPr>
            <p:cNvPr id="51229" name="矩形 696349"/>
            <p:cNvSpPr/>
            <p:nvPr/>
          </p:nvSpPr>
          <p:spPr>
            <a:xfrm>
              <a:off x="3916" y="2187"/>
              <a:ext cx="854"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宋体" panose="02010600030101010101" pitchFamily="2" charset="-122"/>
                  <a:ea typeface="宋体" panose="02010600030101010101" pitchFamily="2" charset="-122"/>
                </a:rPr>
                <a:t>备份程序</a:t>
              </a:r>
              <a:endParaRPr lang="zh-CN" altLang="en-US" b="1">
                <a:latin typeface="Times New Roman" panose="02020603050405020304" pitchFamily="18" charset="0"/>
                <a:ea typeface="宋体" panose="02010600030101010101" pitchFamily="2" charset="-122"/>
              </a:endParaRPr>
            </a:p>
          </p:txBody>
        </p:sp>
        <p:sp>
          <p:nvSpPr>
            <p:cNvPr id="51230" name="矩形 696350"/>
            <p:cNvSpPr/>
            <p:nvPr/>
          </p:nvSpPr>
          <p:spPr>
            <a:xfrm>
              <a:off x="3931" y="2436"/>
              <a:ext cx="1226"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宋体" panose="02010600030101010101" pitchFamily="2" charset="-122"/>
                  <a:ea typeface="宋体" panose="02010600030101010101" pitchFamily="2" charset="-122"/>
                </a:rPr>
                <a:t>文件压缩程序</a:t>
              </a:r>
              <a:endParaRPr lang="zh-CN" altLang="en-US" b="1">
                <a:latin typeface="Times New Roman" panose="02020603050405020304" pitchFamily="18" charset="0"/>
                <a:ea typeface="宋体" panose="02010600030101010101" pitchFamily="2" charset="-122"/>
              </a:endParaRPr>
            </a:p>
          </p:txBody>
        </p:sp>
        <p:sp>
          <p:nvSpPr>
            <p:cNvPr id="51231" name="直接连接符 696351"/>
            <p:cNvSpPr/>
            <p:nvPr/>
          </p:nvSpPr>
          <p:spPr>
            <a:xfrm>
              <a:off x="1008" y="1602"/>
              <a:ext cx="1328" cy="0"/>
            </a:xfrm>
            <a:prstGeom prst="line">
              <a:avLst/>
            </a:prstGeom>
            <a:ln w="12700" cap="flat" cmpd="sng">
              <a:solidFill>
                <a:schemeClr val="tx1"/>
              </a:solidFill>
              <a:prstDash val="solid"/>
              <a:round/>
              <a:headEnd type="none" w="med" len="med"/>
              <a:tailEnd type="none" w="med" len="med"/>
            </a:ln>
          </p:spPr>
        </p:sp>
        <p:sp>
          <p:nvSpPr>
            <p:cNvPr id="51232" name="直接连接符 696352"/>
            <p:cNvSpPr/>
            <p:nvPr/>
          </p:nvSpPr>
          <p:spPr>
            <a:xfrm>
              <a:off x="2352" y="672"/>
              <a:ext cx="0" cy="1392"/>
            </a:xfrm>
            <a:prstGeom prst="line">
              <a:avLst/>
            </a:prstGeom>
            <a:ln w="12700" cap="flat" cmpd="sng">
              <a:solidFill>
                <a:schemeClr val="tx1"/>
              </a:solidFill>
              <a:prstDash val="solid"/>
              <a:round/>
              <a:headEnd type="none" w="med" len="med"/>
              <a:tailEnd type="none" w="med" len="med"/>
            </a:ln>
          </p:spPr>
        </p:sp>
        <p:sp>
          <p:nvSpPr>
            <p:cNvPr id="51233" name="直接连接符 696353"/>
            <p:cNvSpPr/>
            <p:nvPr/>
          </p:nvSpPr>
          <p:spPr>
            <a:xfrm>
              <a:off x="3675" y="2315"/>
              <a:ext cx="309" cy="0"/>
            </a:xfrm>
            <a:prstGeom prst="line">
              <a:avLst/>
            </a:prstGeom>
            <a:ln w="12700" cap="flat" cmpd="sng">
              <a:solidFill>
                <a:schemeClr val="tx1"/>
              </a:solidFill>
              <a:prstDash val="solid"/>
              <a:round/>
              <a:headEnd type="none" w="med" len="med"/>
              <a:tailEnd type="none" w="med" len="med"/>
            </a:ln>
          </p:spPr>
        </p:sp>
        <p:sp>
          <p:nvSpPr>
            <p:cNvPr id="51234" name="直接连接符 696354"/>
            <p:cNvSpPr/>
            <p:nvPr/>
          </p:nvSpPr>
          <p:spPr>
            <a:xfrm>
              <a:off x="3664" y="2550"/>
              <a:ext cx="307" cy="0"/>
            </a:xfrm>
            <a:prstGeom prst="line">
              <a:avLst/>
            </a:prstGeom>
            <a:ln w="12700" cap="flat" cmpd="sng">
              <a:solidFill>
                <a:schemeClr val="tx1"/>
              </a:solidFill>
              <a:prstDash val="solid"/>
              <a:round/>
              <a:headEnd type="none" w="med" len="med"/>
              <a:tailEnd type="none" w="med" len="med"/>
            </a:ln>
          </p:spPr>
        </p:sp>
        <p:sp>
          <p:nvSpPr>
            <p:cNvPr id="51235" name="矩形 696355"/>
            <p:cNvSpPr/>
            <p:nvPr/>
          </p:nvSpPr>
          <p:spPr>
            <a:xfrm>
              <a:off x="3944" y="1948"/>
              <a:ext cx="854"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宋体" panose="02010600030101010101" pitchFamily="2" charset="-122"/>
                  <a:ea typeface="宋体" panose="02010600030101010101" pitchFamily="2" charset="-122"/>
                </a:rPr>
                <a:t>卸载程序</a:t>
              </a:r>
              <a:endParaRPr lang="zh-CN" altLang="en-US" b="1">
                <a:latin typeface="宋体" panose="02010600030101010101" pitchFamily="2" charset="-122"/>
                <a:ea typeface="宋体" panose="02010600030101010101" pitchFamily="2" charset="-122"/>
              </a:endParaRPr>
            </a:p>
          </p:txBody>
        </p:sp>
        <p:sp>
          <p:nvSpPr>
            <p:cNvPr id="51236" name="直接连接符 696356"/>
            <p:cNvSpPr/>
            <p:nvPr/>
          </p:nvSpPr>
          <p:spPr>
            <a:xfrm>
              <a:off x="2359" y="3611"/>
              <a:ext cx="308" cy="0"/>
            </a:xfrm>
            <a:prstGeom prst="line">
              <a:avLst/>
            </a:prstGeom>
            <a:ln w="12700" cap="flat" cmpd="sng">
              <a:solidFill>
                <a:schemeClr val="tx1"/>
              </a:solidFill>
              <a:prstDash val="solid"/>
              <a:round/>
              <a:headEnd type="none" w="med" len="med"/>
              <a:tailEnd type="none" w="med" len="med"/>
            </a:ln>
          </p:spPr>
        </p:sp>
        <p:sp>
          <p:nvSpPr>
            <p:cNvPr id="51237" name="直接连接符 696357"/>
            <p:cNvSpPr/>
            <p:nvPr/>
          </p:nvSpPr>
          <p:spPr>
            <a:xfrm>
              <a:off x="2359" y="3936"/>
              <a:ext cx="308" cy="0"/>
            </a:xfrm>
            <a:prstGeom prst="line">
              <a:avLst/>
            </a:prstGeom>
            <a:ln w="12700" cap="flat" cmpd="sng">
              <a:solidFill>
                <a:schemeClr val="tx1"/>
              </a:solidFill>
              <a:prstDash val="solid"/>
              <a:round/>
              <a:headEnd type="none" w="med" len="med"/>
              <a:tailEnd type="none" w="med" len="med"/>
            </a:ln>
          </p:spPr>
        </p:sp>
        <p:sp>
          <p:nvSpPr>
            <p:cNvPr id="51238" name="矩形 696358"/>
            <p:cNvSpPr/>
            <p:nvPr/>
          </p:nvSpPr>
          <p:spPr>
            <a:xfrm>
              <a:off x="2643" y="3488"/>
              <a:ext cx="1598"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宋体" panose="02010600030101010101" pitchFamily="2" charset="-122"/>
                  <a:ea typeface="宋体" panose="02010600030101010101" pitchFamily="2" charset="-122"/>
                </a:rPr>
                <a:t>图形图像处理软件</a:t>
              </a:r>
              <a:endParaRPr lang="zh-CN" altLang="en-US" b="1">
                <a:latin typeface="宋体" panose="02010600030101010101" pitchFamily="2" charset="-122"/>
                <a:ea typeface="宋体" panose="02010600030101010101" pitchFamily="2" charset="-122"/>
              </a:endParaRPr>
            </a:p>
          </p:txBody>
        </p:sp>
        <p:sp>
          <p:nvSpPr>
            <p:cNvPr id="51239" name="矩形 696359"/>
            <p:cNvSpPr/>
            <p:nvPr/>
          </p:nvSpPr>
          <p:spPr>
            <a:xfrm>
              <a:off x="2650" y="3774"/>
              <a:ext cx="1226" cy="286"/>
            </a:xfrm>
            <a:prstGeom prst="rect">
              <a:avLst/>
            </a:prstGeom>
            <a:noFill/>
            <a:ln w="12700">
              <a:noFill/>
            </a:ln>
          </p:spPr>
          <p:txBody>
            <a:bodyPr wrap="none" lIns="90483" tIns="44448" rIns="90483" bIns="44448" anchor="t" anchorCtr="0">
              <a:spAutoFit/>
            </a:bodyPr>
            <a:lstStyle/>
            <a:p>
              <a:pPr eaLnBrk="0" hangingPunct="0"/>
              <a:r>
                <a:rPr lang="zh-CN" altLang="en-US" b="1" dirty="0">
                  <a:latin typeface="Times New Roman" panose="02020603050405020304" pitchFamily="18" charset="0"/>
                  <a:ea typeface="宋体" panose="02010600030101010101" pitchFamily="2" charset="-122"/>
                </a:rPr>
                <a:t>其它应用软件</a:t>
              </a:r>
              <a:endParaRPr lang="zh-CN" altLang="en-US" b="1">
                <a:latin typeface="Times New Roman" panose="02020603050405020304" pitchFamily="18" charset="0"/>
                <a:ea typeface="宋体" panose="02010600030101010101" pitchFamily="2" charset="-122"/>
              </a:endParaRPr>
            </a:p>
          </p:txBody>
        </p:sp>
        <p:sp>
          <p:nvSpPr>
            <p:cNvPr id="51240" name="直接连接符 696360"/>
            <p:cNvSpPr/>
            <p:nvPr/>
          </p:nvSpPr>
          <p:spPr>
            <a:xfrm>
              <a:off x="2359" y="2622"/>
              <a:ext cx="0" cy="1305"/>
            </a:xfrm>
            <a:prstGeom prst="line">
              <a:avLst/>
            </a:prstGeom>
            <a:ln w="12700" cap="flat" cmpd="sng">
              <a:solidFill>
                <a:schemeClr val="tx1"/>
              </a:solidFill>
              <a:prstDash val="solid"/>
              <a:round/>
              <a:headEnd type="none" w="med" len="med"/>
              <a:tailEnd type="none" w="med" len="med"/>
            </a:ln>
          </p:spPr>
        </p:sp>
        <p:sp>
          <p:nvSpPr>
            <p:cNvPr id="51241" name="矩形 696361"/>
            <p:cNvSpPr/>
            <p:nvPr/>
          </p:nvSpPr>
          <p:spPr>
            <a:xfrm>
              <a:off x="1292" y="1443"/>
              <a:ext cx="862" cy="294"/>
            </a:xfrm>
            <a:prstGeom prst="rect">
              <a:avLst/>
            </a:prstGeom>
            <a:solidFill>
              <a:srgbClr val="FFFFFF"/>
            </a:solidFill>
            <a:ln w="12700" cap="flat" cmpd="sng">
              <a:solidFill>
                <a:srgbClr val="FFFFFF"/>
              </a:solidFill>
              <a:prstDash val="solid"/>
              <a:miter/>
              <a:headEnd type="none" w="med" len="med"/>
              <a:tailEnd type="none" w="med" len="med"/>
            </a:ln>
          </p:spPr>
          <p:txBody>
            <a:bodyPr wrap="none" lIns="90483" tIns="44448" rIns="90483" bIns="44448" anchor="t" anchorCtr="0">
              <a:spAutoFit/>
            </a:bodyPr>
            <a:lstStyle/>
            <a:p>
              <a:pPr eaLnBrk="0" hangingPunct="0"/>
              <a:r>
                <a:rPr lang="zh-CN" altLang="en-US" b="1" dirty="0">
                  <a:latin typeface="Times New Roman" panose="02020603050405020304" pitchFamily="18" charset="0"/>
                  <a:ea typeface="宋体" panose="02010600030101010101" pitchFamily="2" charset="-122"/>
                </a:rPr>
                <a:t>系统软件</a:t>
              </a:r>
            </a:p>
          </p:txBody>
        </p:sp>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697345"/>
          <p:cNvSpPr>
            <a:spLocks noGrp="1"/>
          </p:cNvSpPr>
          <p:nvPr>
            <p:ph type="title"/>
          </p:nvPr>
        </p:nvSpPr>
        <p:spPr>
          <a:xfrm>
            <a:off x="323850" y="620713"/>
            <a:ext cx="8540750" cy="676275"/>
          </a:xfrm>
        </p:spPr>
        <p:txBody>
          <a:bodyPr anchor="ctr" anchorCtr="0"/>
          <a:lstStyle/>
          <a:p>
            <a:r>
              <a:rPr lang="zh-CN" altLang="en-US" sz="4000" b="1" dirty="0">
                <a:solidFill>
                  <a:schemeClr val="hlink"/>
                </a:solidFill>
              </a:rPr>
              <a:t>目标程序</a:t>
            </a:r>
            <a:endParaRPr lang="zh-CN" altLang="en-US" sz="4000">
              <a:solidFill>
                <a:schemeClr val="hlink"/>
              </a:solidFill>
              <a:ea typeface="黑体" panose="02010609060101010101" pitchFamily="2" charset="-122"/>
            </a:endParaRPr>
          </a:p>
        </p:txBody>
      </p:sp>
      <p:sp>
        <p:nvSpPr>
          <p:cNvPr id="52226" name="文本占位符 697346"/>
          <p:cNvSpPr>
            <a:spLocks noGrp="1"/>
          </p:cNvSpPr>
          <p:nvPr>
            <p:ph idx="1"/>
          </p:nvPr>
        </p:nvSpPr>
        <p:spPr>
          <a:xfrm>
            <a:off x="228600" y="1371600"/>
            <a:ext cx="8458200" cy="5257800"/>
          </a:xfrm>
        </p:spPr>
        <p:txBody>
          <a:bodyPr anchor="t" anchorCtr="0"/>
          <a:lstStyle/>
          <a:p>
            <a:pPr marL="609600" indent="-609600">
              <a:lnSpc>
                <a:spcPct val="115000"/>
              </a:lnSpc>
            </a:pPr>
            <a:r>
              <a:rPr lang="zh-CN" altLang="en-US" b="1" dirty="0"/>
              <a:t>早期计算机中，人们直接用</a:t>
            </a:r>
            <a:r>
              <a:rPr lang="zh-CN" altLang="en-US" b="1" dirty="0">
                <a:solidFill>
                  <a:schemeClr val="hlink"/>
                </a:solidFill>
              </a:rPr>
              <a:t>机器语言</a:t>
            </a:r>
            <a:r>
              <a:rPr lang="zh-CN" altLang="en-US" b="1" dirty="0"/>
              <a:t>编写程序，计算机完全可以“识别”并能执行，所以又叫做目的程序</a:t>
            </a:r>
          </a:p>
          <a:p>
            <a:pPr marL="609600" indent="-609600">
              <a:lnSpc>
                <a:spcPct val="115000"/>
              </a:lnSpc>
            </a:pPr>
            <a:r>
              <a:rPr lang="zh-CN" altLang="en-US" b="1" dirty="0"/>
              <a:t>用机器语言编写程序很繁琐，又耗费大量的人力和时间，容易出错，出错后寻找错误也相当费事，大大限制了计算机的使用</a:t>
            </a:r>
          </a:p>
        </p:txBody>
      </p:sp>
    </p:spTree>
  </p:cSld>
  <p:clrMapOvr>
    <a:masterClrMapping/>
  </p:clrMapOvr>
  <p:transition spd="slow">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698369"/>
          <p:cNvSpPr>
            <a:spLocks noGrp="1"/>
          </p:cNvSpPr>
          <p:nvPr>
            <p:ph type="title"/>
          </p:nvPr>
        </p:nvSpPr>
        <p:spPr>
          <a:xfrm>
            <a:off x="323850" y="476250"/>
            <a:ext cx="8540750" cy="798513"/>
          </a:xfrm>
        </p:spPr>
        <p:txBody>
          <a:bodyPr anchor="ctr" anchorCtr="0"/>
          <a:lstStyle/>
          <a:p>
            <a:r>
              <a:rPr lang="zh-CN" altLang="en-US" sz="4000" b="1" dirty="0">
                <a:solidFill>
                  <a:schemeClr val="hlink"/>
                </a:solidFill>
              </a:rPr>
              <a:t>汇编程序</a:t>
            </a:r>
            <a:endParaRPr lang="zh-CN" altLang="en-US" sz="4000">
              <a:solidFill>
                <a:schemeClr val="hlink"/>
              </a:solidFill>
              <a:ea typeface="黑体" panose="02010609060101010101" pitchFamily="2" charset="-122"/>
            </a:endParaRPr>
          </a:p>
        </p:txBody>
      </p:sp>
      <p:sp>
        <p:nvSpPr>
          <p:cNvPr id="53250" name="文本占位符 698370"/>
          <p:cNvSpPr>
            <a:spLocks noGrp="1"/>
          </p:cNvSpPr>
          <p:nvPr>
            <p:ph idx="1"/>
          </p:nvPr>
        </p:nvSpPr>
        <p:spPr>
          <a:xfrm>
            <a:off x="611188" y="1196975"/>
            <a:ext cx="7780337" cy="3697288"/>
          </a:xfrm>
        </p:spPr>
        <p:txBody>
          <a:bodyPr anchor="t" anchorCtr="0"/>
          <a:lstStyle/>
          <a:p>
            <a:r>
              <a:rPr lang="zh-CN" altLang="en-US" b="1" dirty="0"/>
              <a:t>为了编写程序方便翻译和提高机器的使用效率，人们发明了</a:t>
            </a:r>
            <a:r>
              <a:rPr lang="zh-CN" altLang="en-US" b="1" dirty="0">
                <a:solidFill>
                  <a:schemeClr val="hlink"/>
                </a:solidFill>
              </a:rPr>
              <a:t>汇编语言</a:t>
            </a:r>
          </a:p>
          <a:p>
            <a:pPr>
              <a:buNone/>
            </a:pPr>
            <a:endParaRPr lang="zh-CN" altLang="en-US" b="1" dirty="0"/>
          </a:p>
          <a:p>
            <a:pPr>
              <a:buNone/>
            </a:pPr>
            <a:endParaRPr lang="zh-CN" altLang="en-US" b="1" dirty="0"/>
          </a:p>
          <a:p>
            <a:pPr>
              <a:buNone/>
            </a:pPr>
            <a:endParaRPr lang="zh-CN" altLang="en-US" b="1" dirty="0"/>
          </a:p>
          <a:p>
            <a:pPr>
              <a:buNone/>
            </a:pPr>
            <a:endParaRPr lang="zh-CN" altLang="en-US" b="1" dirty="0"/>
          </a:p>
          <a:p>
            <a:r>
              <a:rPr lang="zh-CN" altLang="en-US" b="1" dirty="0"/>
              <a:t>借助于汇编程序，计算机本身自动地把符号语言表示的程序（称为</a:t>
            </a:r>
            <a:r>
              <a:rPr lang="zh-CN" altLang="en-US" b="1" dirty="0">
                <a:solidFill>
                  <a:schemeClr val="hlink"/>
                </a:solidFill>
              </a:rPr>
              <a:t>汇编源程序</a:t>
            </a:r>
            <a:r>
              <a:rPr lang="zh-CN" altLang="en-US" b="1" dirty="0"/>
              <a:t>）翻译成用机器语言表示的目的程序</a:t>
            </a:r>
          </a:p>
        </p:txBody>
      </p:sp>
      <p:sp>
        <p:nvSpPr>
          <p:cNvPr id="53251" name="圆角矩形标注 698371"/>
          <p:cNvSpPr/>
          <p:nvPr/>
        </p:nvSpPr>
        <p:spPr>
          <a:xfrm>
            <a:off x="468313" y="2565400"/>
            <a:ext cx="8207375" cy="1657350"/>
          </a:xfrm>
          <a:prstGeom prst="wedgeRoundRectCallout">
            <a:avLst>
              <a:gd name="adj1" fmla="val 7755"/>
              <a:gd name="adj2" fmla="val -70593"/>
              <a:gd name="adj3" fmla="val 16667"/>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pPr algn="ctr">
              <a:spcBef>
                <a:spcPct val="20000"/>
              </a:spcBef>
            </a:pPr>
            <a:r>
              <a:rPr lang="zh-CN" altLang="en-US" sz="3200" b="1" dirty="0">
                <a:latin typeface="Arial" panose="020B0604020202020204" pitchFamily="34" charset="0"/>
                <a:ea typeface="宋体" panose="02010600030101010101" pitchFamily="2" charset="-122"/>
              </a:rPr>
              <a:t>用约定的文字、符号和数字（</a:t>
            </a:r>
            <a:r>
              <a:rPr lang="zh-CN" altLang="en-US" sz="3200" b="1" dirty="0">
                <a:solidFill>
                  <a:schemeClr val="hlink"/>
                </a:solidFill>
                <a:latin typeface="Arial" panose="020B0604020202020204" pitchFamily="34" charset="0"/>
                <a:ea typeface="宋体" panose="02010600030101010101" pitchFamily="2" charset="-122"/>
              </a:rPr>
              <a:t>助记符</a:t>
            </a:r>
            <a:r>
              <a:rPr lang="zh-CN" altLang="en-US" sz="3200" b="1" dirty="0">
                <a:latin typeface="Arial" panose="020B0604020202020204" pitchFamily="34" charset="0"/>
                <a:ea typeface="宋体" panose="02010600030101010101" pitchFamily="2" charset="-122"/>
              </a:rPr>
              <a:t>）</a:t>
            </a:r>
          </a:p>
          <a:p>
            <a:pPr algn="ctr">
              <a:spcBef>
                <a:spcPct val="20000"/>
              </a:spcBef>
            </a:pPr>
            <a:r>
              <a:rPr lang="zh-CN" altLang="en-US" sz="3200" b="1" dirty="0">
                <a:latin typeface="Arial" panose="020B0604020202020204" pitchFamily="34" charset="0"/>
                <a:ea typeface="宋体" panose="02010600030101010101" pitchFamily="2" charset="-122"/>
              </a:rPr>
              <a:t>按规定 的格式来表示各种不同的指令</a:t>
            </a:r>
          </a:p>
        </p:txBody>
      </p:sp>
    </p:spTree>
  </p:cSld>
  <p:clrMapOvr>
    <a:masterClrMapping/>
  </p:clrMapOvr>
  <p:transition spd="slow">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699393"/>
          <p:cNvSpPr>
            <a:spLocks noGrp="1"/>
          </p:cNvSpPr>
          <p:nvPr>
            <p:ph type="title"/>
          </p:nvPr>
        </p:nvSpPr>
        <p:spPr>
          <a:xfrm>
            <a:off x="323850" y="1052513"/>
            <a:ext cx="8540750" cy="582612"/>
          </a:xfrm>
        </p:spPr>
        <p:txBody>
          <a:bodyPr anchor="ctr" anchorCtr="0"/>
          <a:lstStyle/>
          <a:p>
            <a:r>
              <a:rPr lang="zh-CN" altLang="en-US" sz="4000" dirty="0">
                <a:ea typeface="黑体" panose="02010609060101010101" pitchFamily="2" charset="-122"/>
              </a:rPr>
              <a:t>高级语言</a:t>
            </a:r>
          </a:p>
        </p:txBody>
      </p:sp>
      <p:sp>
        <p:nvSpPr>
          <p:cNvPr id="54274" name="文本占位符 699394"/>
          <p:cNvSpPr>
            <a:spLocks noGrp="1"/>
          </p:cNvSpPr>
          <p:nvPr>
            <p:ph idx="1"/>
          </p:nvPr>
        </p:nvSpPr>
        <p:spPr>
          <a:xfrm>
            <a:off x="860425" y="2133600"/>
            <a:ext cx="7793038" cy="3684588"/>
          </a:xfrm>
        </p:spPr>
        <p:txBody>
          <a:bodyPr anchor="t" anchorCtr="0"/>
          <a:lstStyle/>
          <a:p>
            <a:r>
              <a:rPr lang="zh-CN" altLang="en-US" sz="2800" b="1" dirty="0"/>
              <a:t>为了进一步实现程序自动化和便于程序交流，使不熟悉具体计算机的人也能很方便地使用计算机，人们又创造了各种接近于数学语言的</a:t>
            </a:r>
            <a:r>
              <a:rPr lang="zh-CN" altLang="en-US" sz="2800" b="1" dirty="0">
                <a:solidFill>
                  <a:schemeClr val="hlink"/>
                </a:solidFill>
              </a:rPr>
              <a:t>算法语言（高级程序设计语言）</a:t>
            </a:r>
          </a:p>
          <a:p>
            <a:r>
              <a:rPr lang="zh-CN" altLang="en-US" sz="2800" b="1" dirty="0"/>
              <a:t>算法语言是指按实际需要规定好的一套基本符号以及由这套基本符号构成程序的规则。比较接近数学语言，直观通用，与具体机器无关，只要稍加学习就能掌握，便于推广使用计算机</a:t>
            </a:r>
          </a:p>
        </p:txBody>
      </p:sp>
    </p:spTree>
  </p:cSld>
  <p:clrMapOvr>
    <a:masterClrMapping/>
  </p:clrMapOvr>
  <p:transition spd="slow">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700417"/>
          <p:cNvSpPr>
            <a:spLocks noGrp="1"/>
          </p:cNvSpPr>
          <p:nvPr>
            <p:ph type="title"/>
          </p:nvPr>
        </p:nvSpPr>
        <p:spPr>
          <a:xfrm>
            <a:off x="250825" y="476250"/>
            <a:ext cx="8540750" cy="655638"/>
          </a:xfrm>
        </p:spPr>
        <p:txBody>
          <a:bodyPr anchor="ctr" anchorCtr="0"/>
          <a:lstStyle/>
          <a:p>
            <a:r>
              <a:rPr lang="zh-CN" altLang="en-US" sz="4000" b="1" dirty="0">
                <a:solidFill>
                  <a:schemeClr val="hlink"/>
                </a:solidFill>
              </a:rPr>
              <a:t>编译程序</a:t>
            </a:r>
            <a:endParaRPr lang="zh-CN" altLang="en-US" sz="4000" dirty="0">
              <a:ea typeface="黑体" panose="02010609060101010101" pitchFamily="2" charset="-122"/>
            </a:endParaRPr>
          </a:p>
        </p:txBody>
      </p:sp>
      <p:sp>
        <p:nvSpPr>
          <p:cNvPr id="55298" name="文本占位符 700418"/>
          <p:cNvSpPr>
            <a:spLocks noGrp="1"/>
          </p:cNvSpPr>
          <p:nvPr>
            <p:ph idx="1"/>
          </p:nvPr>
        </p:nvSpPr>
        <p:spPr>
          <a:xfrm>
            <a:off x="395288" y="1125538"/>
            <a:ext cx="8559800" cy="5545137"/>
          </a:xfrm>
        </p:spPr>
        <p:txBody>
          <a:bodyPr anchor="t" anchorCtr="0"/>
          <a:lstStyle/>
          <a:p>
            <a:r>
              <a:rPr lang="zh-CN" altLang="en-US" b="1" dirty="0"/>
              <a:t>用程序设计语言编写的程序称为</a:t>
            </a:r>
            <a:r>
              <a:rPr lang="zh-CN" altLang="en-US" b="1" dirty="0">
                <a:solidFill>
                  <a:schemeClr val="hlink"/>
                </a:solidFill>
              </a:rPr>
              <a:t>源程序</a:t>
            </a:r>
            <a:r>
              <a:rPr lang="zh-CN" altLang="en-US" b="1" dirty="0"/>
              <a:t>，这种源程序不能由机器直接识别和执行，必须给计算机配备一个即懂算法语言又懂机器语言的“翻译”，才能把源程序翻译为机器语言</a:t>
            </a:r>
          </a:p>
          <a:p>
            <a:r>
              <a:rPr lang="zh-CN" altLang="en-US" b="1" dirty="0"/>
              <a:t>通常采用下面两种方法：</a:t>
            </a:r>
          </a:p>
          <a:p>
            <a:pPr lvl="1"/>
            <a:r>
              <a:rPr lang="zh-CN" altLang="en-US" b="1" dirty="0">
                <a:solidFill>
                  <a:srgbClr val="000066"/>
                </a:solidFill>
              </a:rPr>
              <a:t>编译系统：</a:t>
            </a:r>
            <a:r>
              <a:rPr lang="zh-CN" altLang="en-US" b="1">
                <a:solidFill>
                  <a:schemeClr val="hlink"/>
                </a:solidFill>
              </a:rPr>
              <a:t> </a:t>
            </a:r>
            <a:r>
              <a:rPr lang="zh-CN" altLang="en-US" b="1" dirty="0"/>
              <a:t>用</a:t>
            </a:r>
            <a:r>
              <a:rPr lang="zh-CN" altLang="en-US" b="1" dirty="0">
                <a:solidFill>
                  <a:schemeClr val="hlink"/>
                </a:solidFill>
              </a:rPr>
              <a:t>编译程序</a:t>
            </a:r>
            <a:r>
              <a:rPr lang="zh-CN" altLang="en-US" b="1" dirty="0"/>
              <a:t>将源程序编译成机器语言形式的目的程序，然后在目标系统运行</a:t>
            </a:r>
          </a:p>
          <a:p>
            <a:pPr lvl="1"/>
            <a:r>
              <a:rPr lang="zh-CN" altLang="en-US" b="1" dirty="0">
                <a:solidFill>
                  <a:srgbClr val="000066"/>
                </a:solidFill>
              </a:rPr>
              <a:t>解释系统</a:t>
            </a:r>
            <a:r>
              <a:rPr lang="zh-CN" altLang="en-US" sz="3200" dirty="0">
                <a:solidFill>
                  <a:srgbClr val="000066"/>
                </a:solidFill>
              </a:rPr>
              <a:t> ：</a:t>
            </a:r>
            <a:r>
              <a:rPr lang="zh-CN" altLang="en-US" b="1" dirty="0"/>
              <a:t>逐个解释并立即执行源程序的语句，它不是编出目的程序后再执行，而是直接逐一解释语句并得出计算结果</a:t>
            </a:r>
          </a:p>
        </p:txBody>
      </p:sp>
    </p:spTree>
  </p:cSld>
  <p:clrMapOvr>
    <a:masterClrMapping/>
  </p:clrMapOvr>
  <p:transition spd="slow">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701441"/>
          <p:cNvSpPr>
            <a:spLocks noGrp="1"/>
          </p:cNvSpPr>
          <p:nvPr>
            <p:ph type="title"/>
          </p:nvPr>
        </p:nvSpPr>
        <p:spPr>
          <a:xfrm>
            <a:off x="381000" y="304800"/>
            <a:ext cx="8540750" cy="762000"/>
          </a:xfrm>
        </p:spPr>
        <p:txBody>
          <a:bodyPr anchor="ctr" anchorCtr="0"/>
          <a:lstStyle/>
          <a:p>
            <a:r>
              <a:rPr lang="zh-CN" altLang="en-US" dirty="0">
                <a:ea typeface="黑体" panose="02010609060101010101" pitchFamily="2" charset="-122"/>
              </a:rPr>
              <a:t>软件与硬件的逻辑等价性</a:t>
            </a:r>
            <a:endParaRPr lang="zh-CN" altLang="en-US">
              <a:ea typeface="黑体" panose="02010609060101010101" pitchFamily="2" charset="-122"/>
            </a:endParaRPr>
          </a:p>
        </p:txBody>
      </p:sp>
      <p:sp>
        <p:nvSpPr>
          <p:cNvPr id="56322" name="文本占位符 701442"/>
          <p:cNvSpPr>
            <a:spLocks noGrp="1"/>
          </p:cNvSpPr>
          <p:nvPr>
            <p:ph idx="1"/>
          </p:nvPr>
        </p:nvSpPr>
        <p:spPr>
          <a:xfrm>
            <a:off x="457200" y="2932113"/>
            <a:ext cx="8382000" cy="3773487"/>
          </a:xfrm>
        </p:spPr>
        <p:txBody>
          <a:bodyPr anchor="t" anchorCtr="0"/>
          <a:lstStyle/>
          <a:p>
            <a:r>
              <a:rPr lang="zh-CN" altLang="en-US" sz="2800" b="1" dirty="0"/>
              <a:t>随着大规模集成电路技术的发展和软件硬化的趋势，计算机系统软、硬件界限已经变得模糊了</a:t>
            </a:r>
          </a:p>
          <a:p>
            <a:r>
              <a:rPr lang="zh-CN" altLang="en-US" sz="2800" b="1" dirty="0"/>
              <a:t>任何操作可以由软件来实现，也可以由硬件来实现；任何指令的执行可以由硬件完成，也可以由软件来完成</a:t>
            </a:r>
          </a:p>
          <a:p>
            <a:r>
              <a:rPr lang="zh-CN" altLang="en-US" sz="2800" b="1" dirty="0"/>
              <a:t>对于某一功能采用硬件方案还是软件方案，取决于</a:t>
            </a:r>
            <a:r>
              <a:rPr lang="zh-CN" altLang="en-US" sz="2800" b="1" dirty="0">
                <a:solidFill>
                  <a:srgbClr val="000066"/>
                </a:solidFill>
              </a:rPr>
              <a:t>器件价格、速度、可靠性、存储容量、变更周期</a:t>
            </a:r>
            <a:r>
              <a:rPr lang="zh-CN" altLang="en-US" sz="2800" b="1" dirty="0"/>
              <a:t>等</a:t>
            </a:r>
          </a:p>
        </p:txBody>
      </p:sp>
      <p:sp>
        <p:nvSpPr>
          <p:cNvPr id="56323" name="矩形 701443"/>
          <p:cNvSpPr/>
          <p:nvPr/>
        </p:nvSpPr>
        <p:spPr>
          <a:xfrm>
            <a:off x="838200" y="1143000"/>
            <a:ext cx="7620000" cy="1676400"/>
          </a:xfrm>
          <a:prstGeom prst="rect">
            <a:avLst/>
          </a:prstGeom>
          <a:noFill/>
          <a:ln w="9525">
            <a:noFill/>
          </a:ln>
        </p:spPr>
        <p:txBody>
          <a:bodyPr anchor="t" anchorCtr="0">
            <a:spAutoFit/>
          </a:bodyPr>
          <a:lstStyle/>
          <a:p>
            <a:pPr>
              <a:buClr>
                <a:schemeClr val="tx2"/>
              </a:buClr>
              <a:buSzPct val="95000"/>
              <a:buFont typeface="Wingdings" panose="05000000000000000000" pitchFamily="2" charset="2"/>
            </a:pPr>
            <a:r>
              <a:rPr lang="zh-CN" altLang="en-US" sz="2800" b="1" u="sng" dirty="0">
                <a:solidFill>
                  <a:srgbClr val="000066"/>
                </a:solidFill>
                <a:latin typeface="Times New Roman" panose="02020603050405020304" pitchFamily="18" charset="0"/>
                <a:ea typeface="宋体" panose="02010600030101010101" pitchFamily="2" charset="-122"/>
              </a:rPr>
              <a:t>软件的特点</a:t>
            </a:r>
            <a:r>
              <a:rPr lang="zh-CN" altLang="en-US" sz="2800" b="1" dirty="0">
                <a:solidFill>
                  <a:srgbClr val="000066"/>
                </a:solidFill>
                <a:latin typeface="Times New Roman" panose="02020603050405020304" pitchFamily="18" charset="0"/>
                <a:ea typeface="宋体" panose="02010600030101010101" pitchFamily="2" charset="-122"/>
              </a:rPr>
              <a:t>    </a:t>
            </a:r>
            <a:r>
              <a:rPr lang="zh-CN" altLang="en-US" b="1" dirty="0">
                <a:solidFill>
                  <a:srgbClr val="000066"/>
                </a:solidFill>
                <a:latin typeface="Times New Roman" panose="02020603050405020304" pitchFamily="18" charset="0"/>
                <a:ea typeface="华文楷体" panose="02010600040101010101" pitchFamily="2" charset="-122"/>
              </a:rPr>
              <a:t>易于实现各种逻辑和运算功能，但是常受到速度指标和软件容量的制约；</a:t>
            </a:r>
          </a:p>
          <a:p>
            <a:pPr>
              <a:buClr>
                <a:schemeClr val="tx2"/>
              </a:buClr>
              <a:buSzPct val="95000"/>
              <a:buFont typeface="Wingdings" panose="05000000000000000000" pitchFamily="2" charset="2"/>
            </a:pPr>
            <a:r>
              <a:rPr lang="zh-CN" altLang="en-US" sz="2800" b="1" u="sng" dirty="0">
                <a:solidFill>
                  <a:srgbClr val="000066"/>
                </a:solidFill>
                <a:latin typeface="Times New Roman" panose="02020603050405020304" pitchFamily="18" charset="0"/>
                <a:ea typeface="宋体" panose="02010600030101010101" pitchFamily="2" charset="-122"/>
              </a:rPr>
              <a:t>硬件的特点</a:t>
            </a:r>
            <a:r>
              <a:rPr lang="zh-CN" altLang="en-US" sz="2800" b="1" dirty="0">
                <a:solidFill>
                  <a:srgbClr val="000066"/>
                </a:solidFill>
                <a:latin typeface="Times New Roman" panose="02020603050405020304" pitchFamily="18" charset="0"/>
                <a:ea typeface="宋体" panose="02010600030101010101" pitchFamily="2" charset="-122"/>
              </a:rPr>
              <a:t>    </a:t>
            </a:r>
            <a:r>
              <a:rPr lang="zh-CN" altLang="en-US" b="1" dirty="0">
                <a:solidFill>
                  <a:srgbClr val="000066"/>
                </a:solidFill>
                <a:latin typeface="Times New Roman" panose="02020603050405020304" pitchFamily="18" charset="0"/>
                <a:ea typeface="华文楷体" panose="02010600040101010101" pitchFamily="2" charset="-122"/>
              </a:rPr>
              <a:t>可以高速实现逻辑和运算功能，但是难以实现复杂功能或计算，受到控制复杂性指标的制约。</a:t>
            </a:r>
          </a:p>
        </p:txBody>
      </p:sp>
    </p:spTree>
  </p:cSld>
  <p:clrMapOvr>
    <a:masterClrMapping/>
  </p:clrMapOvr>
  <p:transition spd="slow">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矩形 594945"/>
          <p:cNvSpPr/>
          <p:nvPr>
            <p:custDataLst>
              <p:tags r:id="rId1"/>
            </p:custDataLst>
          </p:nvPr>
        </p:nvSpPr>
        <p:spPr>
          <a:xfrm>
            <a:off x="323850" y="476250"/>
            <a:ext cx="8229600" cy="868363"/>
          </a:xfrm>
          <a:prstGeom prst="rect">
            <a:avLst/>
          </a:prstGeom>
          <a:noFill/>
          <a:ln w="9525">
            <a:noFill/>
          </a:ln>
        </p:spPr>
        <p:txBody>
          <a:bodyPr anchor="ctr" anchorCtr="0"/>
          <a:lstStyle/>
          <a:p>
            <a:r>
              <a:rPr lang="en-US" altLang="zh-CN" sz="4400" dirty="0">
                <a:latin typeface="Arial" panose="020B0604020202020204" pitchFamily="34" charset="0"/>
                <a:ea typeface="宋体" panose="02010600030101010101" pitchFamily="2" charset="-122"/>
              </a:rPr>
              <a:t>1.1 </a:t>
            </a:r>
            <a:r>
              <a:rPr lang="zh-CN" altLang="en-US" sz="4400" dirty="0">
                <a:latin typeface="Arial" panose="020B0604020202020204" pitchFamily="34" charset="0"/>
                <a:ea typeface="宋体" panose="02010600030101010101" pitchFamily="2" charset="-122"/>
              </a:rPr>
              <a:t>计算机系统的组成</a:t>
            </a:r>
            <a:endParaRPr lang="zh-CN" altLang="en-US" sz="4400" dirty="0">
              <a:solidFill>
                <a:srgbClr val="006600"/>
              </a:solidFill>
              <a:latin typeface="Arial" panose="020B0604020202020204" pitchFamily="34" charset="0"/>
              <a:ea typeface="宋体" panose="02010600030101010101" pitchFamily="2" charset="-122"/>
            </a:endParaRPr>
          </a:p>
        </p:txBody>
      </p:sp>
      <p:sp>
        <p:nvSpPr>
          <p:cNvPr id="4" name="文本框 3"/>
          <p:cNvSpPr txBox="1"/>
          <p:nvPr/>
        </p:nvSpPr>
        <p:spPr>
          <a:xfrm>
            <a:off x="1341120" y="1643380"/>
            <a:ext cx="7153910" cy="4154170"/>
          </a:xfrm>
          <a:prstGeom prst="rect">
            <a:avLst/>
          </a:prstGeom>
          <a:noFill/>
        </p:spPr>
        <p:txBody>
          <a:bodyPr wrap="square" rtlCol="0">
            <a:spAutoFit/>
          </a:bodyPr>
          <a:lstStyle/>
          <a:p>
            <a:r>
              <a:rPr lang="zh-CN" altLang="en-US"/>
              <a:t>现代计算机是如何工作的？https://www.bilibili.com/video/BV1tM4y1B7qP/?spm_id_from=333.337.search-card.all.click</a:t>
            </a:r>
          </a:p>
          <a:p>
            <a:endParaRPr lang="zh-CN" altLang="en-US"/>
          </a:p>
          <a:p>
            <a:r>
              <a:rPr lang="zh-CN" altLang="en-US"/>
              <a:t>https://www.bilibili.com/video/BV1DP411A7tD/?spm_id_from=333.337.search-card.all.click</a:t>
            </a:r>
          </a:p>
          <a:p>
            <a:endParaRPr lang="zh-CN" altLang="en-US"/>
          </a:p>
          <a:p>
            <a:r>
              <a:rPr lang="zh-CN" altLang="en-US"/>
              <a:t>https://www.bilibili.com/video/BV1vP411c7pt/?spm_id_from=333.788.recommend_more_video.-1&amp;vd_source=90b977cabd87c89963390679c1ed1c5d（内存原理）</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3250" name="组合 693249"/>
          <p:cNvGrpSpPr/>
          <p:nvPr/>
        </p:nvGrpSpPr>
        <p:grpSpPr>
          <a:xfrm>
            <a:off x="2057400" y="2341563"/>
            <a:ext cx="5562600" cy="3932237"/>
            <a:chOff x="1296" y="1248"/>
            <a:chExt cx="3504" cy="2477"/>
          </a:xfrm>
        </p:grpSpPr>
        <p:sp>
          <p:nvSpPr>
            <p:cNvPr id="57346" name="矩形 693250"/>
            <p:cNvSpPr/>
            <p:nvPr/>
          </p:nvSpPr>
          <p:spPr>
            <a:xfrm>
              <a:off x="1296" y="1248"/>
              <a:ext cx="3504" cy="1968"/>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57347" name="文本框 693251"/>
            <p:cNvSpPr txBox="1"/>
            <p:nvPr/>
          </p:nvSpPr>
          <p:spPr>
            <a:xfrm>
              <a:off x="2639" y="3360"/>
              <a:ext cx="887" cy="365"/>
            </a:xfrm>
            <a:prstGeom prst="rect">
              <a:avLst/>
            </a:prstGeom>
            <a:noFill/>
            <a:ln w="38100">
              <a:noFill/>
            </a:ln>
          </p:spPr>
          <p:txBody>
            <a:bodyPr wrap="none" anchor="t" anchorCtr="0">
              <a:spAutoFit/>
            </a:bodyPr>
            <a:lstStyle/>
            <a:p>
              <a:pPr algn="ctr">
                <a:spcBef>
                  <a:spcPct val="20000"/>
                </a:spcBef>
              </a:pPr>
              <a:r>
                <a:rPr lang="zh-CN" altLang="en-US" sz="3200" b="1" dirty="0">
                  <a:latin typeface="宋体" panose="02010600030101010101" pitchFamily="2" charset="-122"/>
                  <a:ea typeface="宋体" panose="02010600030101010101" pitchFamily="2" charset="-122"/>
                </a:rPr>
                <a:t>计算机</a:t>
              </a:r>
            </a:p>
          </p:txBody>
        </p:sp>
      </p:grpSp>
      <p:grpSp>
        <p:nvGrpSpPr>
          <p:cNvPr id="693253" name="组合 693252"/>
          <p:cNvGrpSpPr/>
          <p:nvPr/>
        </p:nvGrpSpPr>
        <p:grpSpPr>
          <a:xfrm>
            <a:off x="609600" y="3302000"/>
            <a:ext cx="1905000" cy="1104900"/>
            <a:chOff x="384" y="1853"/>
            <a:chExt cx="1200" cy="696"/>
          </a:xfrm>
        </p:grpSpPr>
        <p:sp>
          <p:nvSpPr>
            <p:cNvPr id="57349" name="矩形 693253"/>
            <p:cNvSpPr/>
            <p:nvPr/>
          </p:nvSpPr>
          <p:spPr>
            <a:xfrm>
              <a:off x="443" y="1853"/>
              <a:ext cx="771" cy="307"/>
            </a:xfrm>
            <a:prstGeom prst="rect">
              <a:avLst/>
            </a:prstGeom>
            <a:noFill/>
            <a:ln w="9525">
              <a:noFill/>
            </a:ln>
          </p:spPr>
          <p:txBody>
            <a:bodyPr wrap="none" lIns="0" tIns="0" rIns="0" bIns="0" anchor="t" anchorCtr="0">
              <a:spAutoFit/>
            </a:bodyPr>
            <a:lstStyle/>
            <a:p>
              <a:pPr>
                <a:spcBef>
                  <a:spcPct val="20000"/>
                </a:spcBef>
              </a:pPr>
              <a:r>
                <a:rPr lang="zh-CN" altLang="en-US" sz="3200" b="1" dirty="0">
                  <a:latin typeface="宋体" panose="02010600030101010101" pitchFamily="2" charset="-122"/>
                  <a:ea typeface="宋体" panose="02010600030101010101" pitchFamily="2" charset="-122"/>
                </a:rPr>
                <a:t>高级语</a:t>
              </a:r>
              <a:endParaRPr lang="zh-CN" altLang="en-US" sz="3200" b="1">
                <a:latin typeface="Times New Roman" panose="02020603050405020304" pitchFamily="18" charset="0"/>
                <a:ea typeface="宋体" panose="02010600030101010101" pitchFamily="2" charset="-122"/>
              </a:endParaRPr>
            </a:p>
          </p:txBody>
        </p:sp>
        <p:sp>
          <p:nvSpPr>
            <p:cNvPr id="57350" name="文本框 693254"/>
            <p:cNvSpPr txBox="1"/>
            <p:nvPr/>
          </p:nvSpPr>
          <p:spPr>
            <a:xfrm>
              <a:off x="385" y="2184"/>
              <a:ext cx="887" cy="365"/>
            </a:xfrm>
            <a:prstGeom prst="rect">
              <a:avLst/>
            </a:prstGeom>
            <a:noFill/>
            <a:ln w="9525">
              <a:noFill/>
            </a:ln>
          </p:spPr>
          <p:txBody>
            <a:bodyPr wrap="none" anchor="t" anchorCtr="0">
              <a:spAutoFit/>
            </a:bodyPr>
            <a:lstStyle/>
            <a:p>
              <a:pPr>
                <a:spcBef>
                  <a:spcPct val="20000"/>
                </a:spcBef>
              </a:pPr>
              <a:r>
                <a:rPr lang="zh-CN" altLang="en-US" sz="3200" b="1" dirty="0">
                  <a:latin typeface="Times New Roman" panose="02020603050405020304" pitchFamily="18" charset="0"/>
                  <a:ea typeface="宋体" panose="02010600030101010101" pitchFamily="2" charset="-122"/>
                </a:rPr>
                <a:t>言程序</a:t>
              </a:r>
            </a:p>
          </p:txBody>
        </p:sp>
        <p:sp>
          <p:nvSpPr>
            <p:cNvPr id="57351" name="直接连接符 693255"/>
            <p:cNvSpPr/>
            <p:nvPr/>
          </p:nvSpPr>
          <p:spPr>
            <a:xfrm>
              <a:off x="384" y="2210"/>
              <a:ext cx="1200" cy="0"/>
            </a:xfrm>
            <a:prstGeom prst="line">
              <a:avLst/>
            </a:prstGeom>
            <a:ln w="38100" cap="flat" cmpd="sng">
              <a:solidFill>
                <a:schemeClr val="folHlink"/>
              </a:solidFill>
              <a:prstDash val="solid"/>
              <a:round/>
              <a:headEnd type="none" w="med" len="med"/>
              <a:tailEnd type="stealth" w="med" len="med"/>
            </a:ln>
          </p:spPr>
        </p:sp>
      </p:grpSp>
      <p:grpSp>
        <p:nvGrpSpPr>
          <p:cNvPr id="693257" name="组合 693256"/>
          <p:cNvGrpSpPr/>
          <p:nvPr/>
        </p:nvGrpSpPr>
        <p:grpSpPr>
          <a:xfrm>
            <a:off x="4267200" y="3302000"/>
            <a:ext cx="1162050" cy="1104900"/>
            <a:chOff x="2688" y="1853"/>
            <a:chExt cx="732" cy="696"/>
          </a:xfrm>
        </p:grpSpPr>
        <p:sp>
          <p:nvSpPr>
            <p:cNvPr id="57353" name="矩形 693257"/>
            <p:cNvSpPr/>
            <p:nvPr/>
          </p:nvSpPr>
          <p:spPr>
            <a:xfrm>
              <a:off x="2772" y="1853"/>
              <a:ext cx="514" cy="307"/>
            </a:xfrm>
            <a:prstGeom prst="rect">
              <a:avLst/>
            </a:prstGeom>
            <a:noFill/>
            <a:ln w="9525">
              <a:noFill/>
            </a:ln>
          </p:spPr>
          <p:txBody>
            <a:bodyPr wrap="none" lIns="0" tIns="0" rIns="0" bIns="0" anchor="t" anchorCtr="0">
              <a:spAutoFit/>
            </a:bodyPr>
            <a:lstStyle/>
            <a:p>
              <a:pPr>
                <a:spcBef>
                  <a:spcPct val="20000"/>
                </a:spcBef>
              </a:pPr>
              <a:r>
                <a:rPr lang="zh-CN" altLang="en-US" sz="3200" b="1" dirty="0">
                  <a:latin typeface="宋体" panose="02010600030101010101" pitchFamily="2" charset="-122"/>
                  <a:ea typeface="宋体" panose="02010600030101010101" pitchFamily="2" charset="-122"/>
                </a:rPr>
                <a:t>目标</a:t>
              </a:r>
              <a:endParaRPr lang="zh-CN" altLang="en-US" sz="3200" b="1" dirty="0">
                <a:latin typeface="Times New Roman" panose="02020603050405020304" pitchFamily="18" charset="0"/>
                <a:ea typeface="宋体" panose="02010600030101010101" pitchFamily="2" charset="-122"/>
              </a:endParaRPr>
            </a:p>
          </p:txBody>
        </p:sp>
        <p:sp>
          <p:nvSpPr>
            <p:cNvPr id="57354" name="矩形 693258"/>
            <p:cNvSpPr/>
            <p:nvPr/>
          </p:nvSpPr>
          <p:spPr>
            <a:xfrm>
              <a:off x="2772" y="2242"/>
              <a:ext cx="514" cy="307"/>
            </a:xfrm>
            <a:prstGeom prst="rect">
              <a:avLst/>
            </a:prstGeom>
            <a:noFill/>
            <a:ln w="9525">
              <a:noFill/>
            </a:ln>
          </p:spPr>
          <p:txBody>
            <a:bodyPr wrap="none" lIns="0" tIns="0" rIns="0" bIns="0" anchor="t" anchorCtr="0">
              <a:spAutoFit/>
            </a:bodyPr>
            <a:lstStyle/>
            <a:p>
              <a:pPr>
                <a:spcBef>
                  <a:spcPct val="20000"/>
                </a:spcBef>
              </a:pPr>
              <a:r>
                <a:rPr lang="zh-CN" altLang="en-US" sz="3200" b="1" dirty="0">
                  <a:latin typeface="宋体" panose="02010600030101010101" pitchFamily="2" charset="-122"/>
                  <a:ea typeface="宋体" panose="02010600030101010101" pitchFamily="2" charset="-122"/>
                </a:rPr>
                <a:t>程序</a:t>
              </a:r>
              <a:endParaRPr lang="zh-CN" altLang="en-US" sz="3200" b="1" dirty="0">
                <a:latin typeface="Times New Roman" panose="02020603050405020304" pitchFamily="18" charset="0"/>
                <a:ea typeface="宋体" panose="02010600030101010101" pitchFamily="2" charset="-122"/>
              </a:endParaRPr>
            </a:p>
          </p:txBody>
        </p:sp>
        <p:sp>
          <p:nvSpPr>
            <p:cNvPr id="57355" name="任意多边形 693259"/>
            <p:cNvSpPr/>
            <p:nvPr/>
          </p:nvSpPr>
          <p:spPr>
            <a:xfrm>
              <a:off x="2688" y="2209"/>
              <a:ext cx="732" cy="1"/>
            </a:xfrm>
            <a:custGeom>
              <a:avLst/>
              <a:gdLst/>
              <a:ahLst/>
              <a:cxnLst/>
              <a:rect l="0" t="0" r="0" b="0"/>
              <a:pathLst>
                <a:path w="732" h="1">
                  <a:moveTo>
                    <a:pt x="0" y="0"/>
                  </a:moveTo>
                  <a:lnTo>
                    <a:pt x="732" y="0"/>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grpSp>
      <p:grpSp>
        <p:nvGrpSpPr>
          <p:cNvPr id="693261" name="组合 693260"/>
          <p:cNvGrpSpPr/>
          <p:nvPr/>
        </p:nvGrpSpPr>
        <p:grpSpPr>
          <a:xfrm>
            <a:off x="7110413" y="3302000"/>
            <a:ext cx="1838325" cy="566738"/>
            <a:chOff x="4479" y="1853"/>
            <a:chExt cx="1158" cy="357"/>
          </a:xfrm>
        </p:grpSpPr>
        <p:sp>
          <p:nvSpPr>
            <p:cNvPr id="57357" name="矩形 693261"/>
            <p:cNvSpPr/>
            <p:nvPr/>
          </p:nvSpPr>
          <p:spPr>
            <a:xfrm>
              <a:off x="4896" y="1853"/>
              <a:ext cx="576" cy="307"/>
            </a:xfrm>
            <a:prstGeom prst="rect">
              <a:avLst/>
            </a:prstGeom>
            <a:noFill/>
            <a:ln w="9525">
              <a:noFill/>
            </a:ln>
          </p:spPr>
          <p:txBody>
            <a:bodyPr lIns="0" tIns="0" rIns="0" bIns="0" anchor="t" anchorCtr="0">
              <a:spAutoFit/>
            </a:bodyPr>
            <a:lstStyle/>
            <a:p>
              <a:pPr>
                <a:spcBef>
                  <a:spcPct val="20000"/>
                </a:spcBef>
              </a:pPr>
              <a:r>
                <a:rPr lang="zh-CN" altLang="en-US" sz="3200" b="1" dirty="0">
                  <a:latin typeface="宋体" panose="02010600030101010101" pitchFamily="2" charset="-122"/>
                  <a:ea typeface="宋体" panose="02010600030101010101" pitchFamily="2" charset="-122"/>
                </a:rPr>
                <a:t>结果</a:t>
              </a:r>
              <a:endParaRPr lang="zh-CN" altLang="en-US" sz="3200" b="1" dirty="0">
                <a:latin typeface="Times New Roman" panose="02020603050405020304" pitchFamily="18" charset="0"/>
                <a:ea typeface="宋体" panose="02010600030101010101" pitchFamily="2" charset="-122"/>
              </a:endParaRPr>
            </a:p>
          </p:txBody>
        </p:sp>
        <p:sp>
          <p:nvSpPr>
            <p:cNvPr id="57358" name="任意多边形 693262"/>
            <p:cNvSpPr/>
            <p:nvPr/>
          </p:nvSpPr>
          <p:spPr>
            <a:xfrm>
              <a:off x="4479" y="2208"/>
              <a:ext cx="1158" cy="2"/>
            </a:xfrm>
            <a:custGeom>
              <a:avLst/>
              <a:gdLst/>
              <a:ahLst/>
              <a:cxnLst/>
              <a:rect l="0" t="0" r="0" b="0"/>
              <a:pathLst>
                <a:path w="1158" h="2">
                  <a:moveTo>
                    <a:pt x="0" y="0"/>
                  </a:moveTo>
                  <a:lnTo>
                    <a:pt x="1158" y="2"/>
                  </a:lnTo>
                </a:path>
              </a:pathLst>
            </a:custGeom>
            <a:noFill/>
            <a:ln w="38100" cap="flat" cmpd="sng">
              <a:solidFill>
                <a:schemeClr val="folHlink"/>
              </a:solidFill>
              <a:prstDash val="solid"/>
              <a:round/>
              <a:headEnd type="none" w="med" len="med"/>
              <a:tailEnd type="stealth" w="med" len="med"/>
            </a:ln>
          </p:spPr>
          <p:txBody>
            <a:bodyPr/>
            <a:lstStyle/>
            <a:p>
              <a:endParaRPr lang="zh-CN" altLang="en-US"/>
            </a:p>
          </p:txBody>
        </p:sp>
      </p:grpSp>
      <p:grpSp>
        <p:nvGrpSpPr>
          <p:cNvPr id="693264" name="组合 693263"/>
          <p:cNvGrpSpPr/>
          <p:nvPr/>
        </p:nvGrpSpPr>
        <p:grpSpPr>
          <a:xfrm>
            <a:off x="2546350" y="3332163"/>
            <a:ext cx="1703388" cy="1143000"/>
            <a:chOff x="1604" y="1872"/>
            <a:chExt cx="1073" cy="720"/>
          </a:xfrm>
        </p:grpSpPr>
        <p:sp>
          <p:nvSpPr>
            <p:cNvPr id="57360" name="矩形 693264"/>
            <p:cNvSpPr/>
            <p:nvPr/>
          </p:nvSpPr>
          <p:spPr>
            <a:xfrm>
              <a:off x="1604" y="1872"/>
              <a:ext cx="1073" cy="720"/>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57361" name="文本框 693265"/>
            <p:cNvSpPr txBox="1"/>
            <p:nvPr/>
          </p:nvSpPr>
          <p:spPr>
            <a:xfrm>
              <a:off x="1794" y="2030"/>
              <a:ext cx="694" cy="404"/>
            </a:xfrm>
            <a:prstGeom prst="rect">
              <a:avLst/>
            </a:prstGeom>
            <a:noFill/>
            <a:ln w="9525">
              <a:noFill/>
            </a:ln>
          </p:spPr>
          <p:txBody>
            <a:bodyPr wrap="none" anchor="t" anchorCtr="0">
              <a:spAutoFit/>
            </a:bodyPr>
            <a:lstStyle/>
            <a:p>
              <a:pPr>
                <a:spcBef>
                  <a:spcPct val="20000"/>
                </a:spcBef>
              </a:pPr>
              <a:r>
                <a:rPr lang="zh-CN" altLang="en-US" sz="3600" b="1" dirty="0">
                  <a:latin typeface="宋体" panose="02010600030101010101" pitchFamily="2" charset="-122"/>
                  <a:ea typeface="宋体" panose="02010600030101010101" pitchFamily="2" charset="-122"/>
                </a:rPr>
                <a:t>翻译</a:t>
              </a:r>
            </a:p>
          </p:txBody>
        </p:sp>
      </p:grpSp>
      <p:grpSp>
        <p:nvGrpSpPr>
          <p:cNvPr id="693267" name="组合 693266"/>
          <p:cNvGrpSpPr/>
          <p:nvPr/>
        </p:nvGrpSpPr>
        <p:grpSpPr>
          <a:xfrm>
            <a:off x="5441950" y="3332163"/>
            <a:ext cx="1673225" cy="1219200"/>
            <a:chOff x="3428" y="1872"/>
            <a:chExt cx="1054" cy="768"/>
          </a:xfrm>
        </p:grpSpPr>
        <p:sp>
          <p:nvSpPr>
            <p:cNvPr id="57363" name="矩形 693267"/>
            <p:cNvSpPr/>
            <p:nvPr/>
          </p:nvSpPr>
          <p:spPr>
            <a:xfrm>
              <a:off x="3428" y="1872"/>
              <a:ext cx="1054" cy="768"/>
            </a:xfrm>
            <a:prstGeom prst="rect">
              <a:avLst/>
            </a:prstGeom>
            <a:noFill/>
            <a:ln w="38100" cap="flat" cmpd="sng">
              <a:solidFill>
                <a:schemeClr val="folHlink"/>
              </a:solidFill>
              <a:prstDash val="solid"/>
              <a:miter/>
              <a:headEnd type="none" w="med" len="med"/>
              <a:tailEnd type="none" w="med" len="med"/>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57364" name="文本框 693268"/>
            <p:cNvSpPr txBox="1"/>
            <p:nvPr/>
          </p:nvSpPr>
          <p:spPr>
            <a:xfrm>
              <a:off x="3600" y="2044"/>
              <a:ext cx="694" cy="404"/>
            </a:xfrm>
            <a:prstGeom prst="rect">
              <a:avLst/>
            </a:prstGeom>
            <a:noFill/>
            <a:ln w="9525">
              <a:noFill/>
            </a:ln>
          </p:spPr>
          <p:txBody>
            <a:bodyPr wrap="none" anchor="t" anchorCtr="0">
              <a:spAutoFit/>
            </a:bodyPr>
            <a:lstStyle/>
            <a:p>
              <a:pPr>
                <a:spcBef>
                  <a:spcPct val="20000"/>
                </a:spcBef>
              </a:pPr>
              <a:r>
                <a:rPr lang="zh-CN" altLang="en-US" sz="3600" b="1" dirty="0">
                  <a:latin typeface="宋体" panose="02010600030101010101" pitchFamily="2" charset="-122"/>
                  <a:ea typeface="宋体" panose="02010600030101010101" pitchFamily="2" charset="-122"/>
                </a:rPr>
                <a:t>运行</a:t>
              </a:r>
            </a:p>
          </p:txBody>
        </p:sp>
      </p:grpSp>
      <p:sp>
        <p:nvSpPr>
          <p:cNvPr id="57365" name="文本框 693270"/>
          <p:cNvSpPr txBox="1"/>
          <p:nvPr/>
        </p:nvSpPr>
        <p:spPr>
          <a:xfrm>
            <a:off x="684213" y="1557338"/>
            <a:ext cx="5822950" cy="641350"/>
          </a:xfrm>
          <a:prstGeom prst="rect">
            <a:avLst/>
          </a:prstGeom>
          <a:noFill/>
          <a:ln w="9525">
            <a:noFill/>
          </a:ln>
        </p:spPr>
        <p:txBody>
          <a:bodyPr anchor="t" anchorCtr="0">
            <a:spAutoFit/>
          </a:bodyPr>
          <a:lstStyle/>
          <a:p>
            <a:pPr>
              <a:spcBef>
                <a:spcPct val="20000"/>
              </a:spcBef>
            </a:pPr>
            <a:r>
              <a:rPr lang="zh-CN" altLang="en-US" sz="3600" b="1" dirty="0">
                <a:latin typeface="Times New Roman" panose="02020603050405020304" pitchFamily="18" charset="0"/>
                <a:ea typeface="宋体" panose="02010600030101010101" pitchFamily="2" charset="-122"/>
              </a:rPr>
              <a:t>一、计算机的解题过程</a:t>
            </a:r>
          </a:p>
        </p:txBody>
      </p:sp>
      <p:sp>
        <p:nvSpPr>
          <p:cNvPr id="57366" name="文本框 693271"/>
          <p:cNvSpPr txBox="1"/>
          <p:nvPr/>
        </p:nvSpPr>
        <p:spPr>
          <a:xfrm>
            <a:off x="684213" y="620713"/>
            <a:ext cx="8001000" cy="768350"/>
          </a:xfrm>
          <a:prstGeom prst="rect">
            <a:avLst/>
          </a:prstGeom>
          <a:noFill/>
          <a:ln w="9525">
            <a:noFill/>
          </a:ln>
        </p:spPr>
        <p:txBody>
          <a:bodyPr anchor="t" anchorCtr="0">
            <a:spAutoFit/>
          </a:bodyPr>
          <a:lstStyle/>
          <a:p>
            <a:pPr algn="ctr"/>
            <a:r>
              <a:rPr lang="en-US" altLang="zh-CN" sz="4400" b="1" dirty="0">
                <a:latin typeface="宋体" panose="02010600030101010101" pitchFamily="2" charset="-122"/>
                <a:ea typeface="宋体" panose="02010600030101010101" pitchFamily="2" charset="-122"/>
              </a:rPr>
              <a:t>1.2 </a:t>
            </a:r>
            <a:r>
              <a:rPr lang="zh-CN" altLang="en-US" sz="4400" b="1" dirty="0">
                <a:latin typeface="宋体" panose="02010600030101010101" pitchFamily="2" charset="-122"/>
                <a:ea typeface="宋体" panose="02010600030101010101" pitchFamily="2" charset="-122"/>
              </a:rPr>
              <a:t>计算机系统的层次结构</a:t>
            </a:r>
            <a:r>
              <a:rPr lang="zh-CN" altLang="en-US" sz="4400" b="1">
                <a:latin typeface="宋体" panose="02010600030101010101" pitchFamily="2" charset="-122"/>
                <a:ea typeface="宋体" panose="02010600030101010101" pitchFamily="2"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693250"/>
                                        </p:tgtEl>
                                        <p:attrNameLst>
                                          <p:attrName>style.visibility</p:attrName>
                                        </p:attrNameLst>
                                      </p:cBhvr>
                                      <p:to>
                                        <p:strVal val="visible"/>
                                      </p:to>
                                    </p:set>
                                    <p:animEffect transition="in" filter="barn(outVertical)">
                                      <p:cBhvr>
                                        <p:cTn id="7" dur="500"/>
                                        <p:tgtEl>
                                          <p:spTgt spid="69325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693253"/>
                                        </p:tgtEl>
                                        <p:attrNameLst>
                                          <p:attrName>style.visibility</p:attrName>
                                        </p:attrNameLst>
                                      </p:cBhvr>
                                      <p:to>
                                        <p:strVal val="visible"/>
                                      </p:to>
                                    </p:set>
                                    <p:animEffect transition="in" filter="strips(downRight)">
                                      <p:cBhvr>
                                        <p:cTn id="12" dur="500"/>
                                        <p:tgtEl>
                                          <p:spTgt spid="69325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693264"/>
                                        </p:tgtEl>
                                        <p:attrNameLst>
                                          <p:attrName>style.visibility</p:attrName>
                                        </p:attrNameLst>
                                      </p:cBhvr>
                                      <p:to>
                                        <p:strVal val="visible"/>
                                      </p:to>
                                    </p:set>
                                    <p:animEffect transition="in" filter="strips(downRight)">
                                      <p:cBhvr>
                                        <p:cTn id="17" dur="500"/>
                                        <p:tgtEl>
                                          <p:spTgt spid="693264"/>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693257"/>
                                        </p:tgtEl>
                                        <p:attrNameLst>
                                          <p:attrName>style.visibility</p:attrName>
                                        </p:attrNameLst>
                                      </p:cBhvr>
                                      <p:to>
                                        <p:strVal val="visible"/>
                                      </p:to>
                                    </p:set>
                                    <p:animEffect transition="in" filter="strips(downRight)">
                                      <p:cBhvr>
                                        <p:cTn id="22" dur="500"/>
                                        <p:tgtEl>
                                          <p:spTgt spid="69325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693267"/>
                                        </p:tgtEl>
                                        <p:attrNameLst>
                                          <p:attrName>style.visibility</p:attrName>
                                        </p:attrNameLst>
                                      </p:cBhvr>
                                      <p:to>
                                        <p:strVal val="visible"/>
                                      </p:to>
                                    </p:set>
                                    <p:animEffect transition="in" filter="strips(downRight)">
                                      <p:cBhvr>
                                        <p:cTn id="27" dur="500"/>
                                        <p:tgtEl>
                                          <p:spTgt spid="693267"/>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693261"/>
                                        </p:tgtEl>
                                        <p:attrNameLst>
                                          <p:attrName>style.visibility</p:attrName>
                                        </p:attrNameLst>
                                      </p:cBhvr>
                                      <p:to>
                                        <p:strVal val="visible"/>
                                      </p:to>
                                    </p:set>
                                    <p:animEffect transition="in" filter="strips(downRight)">
                                      <p:cBhvr>
                                        <p:cTn id="32" dur="500"/>
                                        <p:tgtEl>
                                          <p:spTgt spid="693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直接连接符 694273"/>
          <p:cNvSpPr/>
          <p:nvPr/>
        </p:nvSpPr>
        <p:spPr>
          <a:xfrm flipV="1">
            <a:off x="2438400" y="3733800"/>
            <a:ext cx="0" cy="1752600"/>
          </a:xfrm>
          <a:prstGeom prst="line">
            <a:avLst/>
          </a:prstGeom>
          <a:ln w="38100" cap="flat" cmpd="sng">
            <a:solidFill>
              <a:schemeClr val="tx1"/>
            </a:solidFill>
            <a:prstDash val="solid"/>
            <a:round/>
            <a:headEnd type="none" w="med" len="med"/>
            <a:tailEnd type="triangle" w="med" len="med"/>
          </a:ln>
        </p:spPr>
      </p:sp>
      <p:sp>
        <p:nvSpPr>
          <p:cNvPr id="58370" name="文本框 694274"/>
          <p:cNvSpPr txBox="1"/>
          <p:nvPr/>
        </p:nvSpPr>
        <p:spPr>
          <a:xfrm>
            <a:off x="1219200" y="5511800"/>
            <a:ext cx="2514600" cy="889000"/>
          </a:xfrm>
          <a:prstGeom prst="rect">
            <a:avLst/>
          </a:prstGeom>
          <a:solidFill>
            <a:schemeClr val="accent1"/>
          </a:solidFill>
          <a:ln w="76200" cap="flat" cmpd="sng">
            <a:solidFill>
              <a:schemeClr val="accent1"/>
            </a:solidFill>
            <a:prstDash val="sysDot"/>
            <a:miter/>
            <a:headEnd type="none" w="med" len="med"/>
            <a:tailEnd type="none" w="med" len="med"/>
          </a:ln>
        </p:spPr>
        <p:txBody>
          <a:bodyPr lIns="0" tIns="0" rIns="0" bIns="0" anchor="ctr" anchorCtr="1"/>
          <a:lstStyle/>
          <a:p>
            <a:pPr algn="ctr"/>
            <a:r>
              <a:rPr lang="zh-CN" altLang="en-US" dirty="0">
                <a:latin typeface="楷体_GB2312" pitchFamily="49" charset="-122"/>
                <a:ea typeface="楷体_GB2312" pitchFamily="49" charset="-122"/>
              </a:rPr>
              <a:t>实际机器</a:t>
            </a:r>
          </a:p>
          <a:p>
            <a:pPr algn="ctr"/>
            <a:r>
              <a:rPr lang="zh-CN" altLang="en-US" dirty="0">
                <a:latin typeface="楷体_GB2312" pitchFamily="49" charset="-122"/>
                <a:ea typeface="楷体_GB2312" pitchFamily="49" charset="-122"/>
              </a:rPr>
              <a:t>（机器语言机器）</a:t>
            </a:r>
          </a:p>
        </p:txBody>
      </p:sp>
      <p:sp>
        <p:nvSpPr>
          <p:cNvPr id="58371" name="直接连接符 694277"/>
          <p:cNvSpPr/>
          <p:nvPr/>
        </p:nvSpPr>
        <p:spPr>
          <a:xfrm flipV="1">
            <a:off x="2438400" y="2438400"/>
            <a:ext cx="0" cy="457200"/>
          </a:xfrm>
          <a:prstGeom prst="line">
            <a:avLst/>
          </a:prstGeom>
          <a:ln w="38100" cap="flat" cmpd="sng">
            <a:solidFill>
              <a:schemeClr val="tx1"/>
            </a:solidFill>
            <a:prstDash val="solid"/>
            <a:round/>
            <a:headEnd type="none" w="med" len="med"/>
            <a:tailEnd type="triangle" w="med" len="med"/>
          </a:ln>
        </p:spPr>
      </p:sp>
      <p:sp>
        <p:nvSpPr>
          <p:cNvPr id="58372" name="文本框 694278"/>
          <p:cNvSpPr txBox="1"/>
          <p:nvPr/>
        </p:nvSpPr>
        <p:spPr>
          <a:xfrm>
            <a:off x="1187450" y="2924175"/>
            <a:ext cx="2514600" cy="889000"/>
          </a:xfrm>
          <a:prstGeom prst="rect">
            <a:avLst/>
          </a:prstGeom>
          <a:solidFill>
            <a:schemeClr val="accent1"/>
          </a:solidFill>
          <a:ln w="76200" cap="flat" cmpd="sng">
            <a:solidFill>
              <a:schemeClr val="accent1"/>
            </a:solidFill>
            <a:prstDash val="sysDot"/>
            <a:miter/>
            <a:headEnd type="none" w="med" len="med"/>
            <a:tailEnd type="none" w="med" len="med"/>
          </a:ln>
        </p:spPr>
        <p:txBody>
          <a:bodyPr lIns="0" tIns="0" rIns="0" bIns="0" anchor="ctr" anchorCtr="1"/>
          <a:lstStyle/>
          <a:p>
            <a:pPr algn="ctr"/>
            <a:r>
              <a:rPr lang="zh-CN" altLang="en-US" dirty="0">
                <a:latin typeface="楷体_GB2312" pitchFamily="49" charset="-122"/>
                <a:ea typeface="楷体_GB2312" pitchFamily="49" charset="-122"/>
              </a:rPr>
              <a:t>虚拟机器</a:t>
            </a:r>
            <a:r>
              <a:rPr lang="en-US" altLang="zh-CN">
                <a:latin typeface="楷体_GB2312" pitchFamily="49" charset="-122"/>
                <a:ea typeface="楷体_GB2312" pitchFamily="49" charset="-122"/>
              </a:rPr>
              <a:t>2</a:t>
            </a:r>
          </a:p>
          <a:p>
            <a:pPr algn="ctr"/>
            <a:r>
              <a:rPr lang="zh-CN" altLang="en-US" dirty="0">
                <a:latin typeface="楷体_GB2312" pitchFamily="49" charset="-122"/>
                <a:ea typeface="楷体_GB2312" pitchFamily="49" charset="-122"/>
              </a:rPr>
              <a:t>（汇编语言机器）</a:t>
            </a:r>
          </a:p>
        </p:txBody>
      </p:sp>
      <p:sp>
        <p:nvSpPr>
          <p:cNvPr id="58373" name="文本框 694279"/>
          <p:cNvSpPr txBox="1"/>
          <p:nvPr/>
        </p:nvSpPr>
        <p:spPr>
          <a:xfrm>
            <a:off x="1258888" y="1557338"/>
            <a:ext cx="2514600" cy="889000"/>
          </a:xfrm>
          <a:prstGeom prst="rect">
            <a:avLst/>
          </a:prstGeom>
          <a:solidFill>
            <a:schemeClr val="accent1"/>
          </a:solidFill>
          <a:ln w="76200" cap="flat" cmpd="sng">
            <a:solidFill>
              <a:schemeClr val="accent1"/>
            </a:solidFill>
            <a:prstDash val="sysDot"/>
            <a:miter/>
            <a:headEnd type="none" w="med" len="med"/>
            <a:tailEnd type="none" w="med" len="med"/>
          </a:ln>
        </p:spPr>
        <p:txBody>
          <a:bodyPr lIns="0" tIns="0" rIns="0" bIns="0" anchor="ctr" anchorCtr="1"/>
          <a:lstStyle/>
          <a:p>
            <a:pPr algn="ctr"/>
            <a:r>
              <a:rPr lang="zh-CN" altLang="en-US" dirty="0">
                <a:latin typeface="楷体_GB2312" pitchFamily="49" charset="-122"/>
                <a:ea typeface="楷体_GB2312" pitchFamily="49" charset="-122"/>
              </a:rPr>
              <a:t>虚拟机器</a:t>
            </a:r>
            <a:r>
              <a:rPr lang="en-US" altLang="zh-CN">
                <a:latin typeface="楷体_GB2312" pitchFamily="49" charset="-122"/>
                <a:ea typeface="楷体_GB2312" pitchFamily="49" charset="-122"/>
              </a:rPr>
              <a:t>3</a:t>
            </a:r>
          </a:p>
          <a:p>
            <a:pPr algn="ctr"/>
            <a:r>
              <a:rPr lang="zh-CN" altLang="en-US" dirty="0">
                <a:latin typeface="楷体_GB2312" pitchFamily="49" charset="-122"/>
                <a:ea typeface="楷体_GB2312" pitchFamily="49" charset="-122"/>
              </a:rPr>
              <a:t>（高级语言机器）</a:t>
            </a:r>
          </a:p>
        </p:txBody>
      </p:sp>
      <p:sp>
        <p:nvSpPr>
          <p:cNvPr id="58374" name="文本框 694280"/>
          <p:cNvSpPr txBox="1"/>
          <p:nvPr/>
        </p:nvSpPr>
        <p:spPr>
          <a:xfrm>
            <a:off x="1219200" y="4216400"/>
            <a:ext cx="2514600" cy="889000"/>
          </a:xfrm>
          <a:prstGeom prst="rect">
            <a:avLst/>
          </a:prstGeom>
          <a:solidFill>
            <a:schemeClr val="accent1"/>
          </a:solidFill>
          <a:ln w="76200" cap="flat" cmpd="sng">
            <a:solidFill>
              <a:schemeClr val="accent1"/>
            </a:solidFill>
            <a:prstDash val="sysDot"/>
            <a:miter/>
            <a:headEnd type="none" w="med" len="med"/>
            <a:tailEnd type="none" w="med" len="med"/>
          </a:ln>
        </p:spPr>
        <p:txBody>
          <a:bodyPr lIns="0" tIns="0" rIns="0" bIns="0" anchor="ctr" anchorCtr="1"/>
          <a:lstStyle/>
          <a:p>
            <a:pPr algn="ctr"/>
            <a:r>
              <a:rPr lang="zh-CN" altLang="en-US" dirty="0">
                <a:latin typeface="楷体_GB2312" pitchFamily="49" charset="-122"/>
                <a:ea typeface="楷体_GB2312" pitchFamily="49" charset="-122"/>
              </a:rPr>
              <a:t>虚拟机器</a:t>
            </a:r>
            <a:r>
              <a:rPr lang="en-US" altLang="zh-CN">
                <a:latin typeface="楷体_GB2312" pitchFamily="49" charset="-122"/>
                <a:ea typeface="楷体_GB2312" pitchFamily="49" charset="-122"/>
              </a:rPr>
              <a:t>1</a:t>
            </a:r>
          </a:p>
          <a:p>
            <a:pPr algn="ctr"/>
            <a:r>
              <a:rPr lang="zh-CN" altLang="en-US" sz="2000" dirty="0">
                <a:latin typeface="楷体_GB2312" pitchFamily="49" charset="-122"/>
                <a:ea typeface="楷体_GB2312" pitchFamily="49" charset="-122"/>
              </a:rPr>
              <a:t>（操作系统语言机器）</a:t>
            </a:r>
          </a:p>
        </p:txBody>
      </p:sp>
      <p:sp>
        <p:nvSpPr>
          <p:cNvPr id="58375" name="线形标注 1 694281"/>
          <p:cNvSpPr/>
          <p:nvPr/>
        </p:nvSpPr>
        <p:spPr>
          <a:xfrm>
            <a:off x="4343400" y="5562600"/>
            <a:ext cx="4495800" cy="609600"/>
          </a:xfrm>
          <a:prstGeom prst="borderCallout1">
            <a:avLst>
              <a:gd name="adj1" fmla="val 18750"/>
              <a:gd name="adj2" fmla="val -1694"/>
              <a:gd name="adj3" fmla="val 59375"/>
              <a:gd name="adj4" fmla="val -13981"/>
            </a:avLst>
          </a:prstGeom>
          <a:noFill/>
          <a:ln w="9525" cap="flat" cmpd="sng">
            <a:solidFill>
              <a:schemeClr val="accent1"/>
            </a:solidFill>
            <a:prstDash val="solid"/>
            <a:miter/>
            <a:headEnd type="none" w="med" len="med"/>
            <a:tailEnd type="none" w="med" len="med"/>
          </a:ln>
        </p:spPr>
        <p:txBody>
          <a:bodyPr anchor="t" anchorCtr="0"/>
          <a:lstStyle/>
          <a:p>
            <a:pPr algn="ctr"/>
            <a:r>
              <a:rPr lang="zh-CN" altLang="en-US" b="1" dirty="0">
                <a:latin typeface="Times New Roman" panose="02020603050405020304" pitchFamily="18" charset="0"/>
                <a:ea typeface="楷体_GB2312" pitchFamily="49" charset="-122"/>
              </a:rPr>
              <a:t>由微程序解释执行机器语言</a:t>
            </a:r>
          </a:p>
        </p:txBody>
      </p:sp>
      <p:sp>
        <p:nvSpPr>
          <p:cNvPr id="58376" name="线形标注 1 694282"/>
          <p:cNvSpPr/>
          <p:nvPr/>
        </p:nvSpPr>
        <p:spPr>
          <a:xfrm>
            <a:off x="4343400" y="4267200"/>
            <a:ext cx="4800600" cy="609600"/>
          </a:xfrm>
          <a:prstGeom prst="borderCallout1">
            <a:avLst>
              <a:gd name="adj1" fmla="val 18750"/>
              <a:gd name="adj2" fmla="val -1588"/>
              <a:gd name="adj3" fmla="val 59375"/>
              <a:gd name="adj4" fmla="val -13097"/>
            </a:avLst>
          </a:prstGeom>
          <a:noFill/>
          <a:ln w="9525" cap="flat" cmpd="sng">
            <a:solidFill>
              <a:schemeClr val="accent1"/>
            </a:solidFill>
            <a:prstDash val="solid"/>
            <a:miter/>
            <a:headEnd type="none" w="med" len="med"/>
            <a:tailEnd type="none" w="med" len="med"/>
          </a:ln>
        </p:spPr>
        <p:txBody>
          <a:bodyPr anchor="t" anchorCtr="0"/>
          <a:lstStyle/>
          <a:p>
            <a:pPr algn="ctr"/>
            <a:r>
              <a:rPr lang="zh-CN" altLang="en-US" b="1" dirty="0">
                <a:latin typeface="Times New Roman" panose="02020603050405020304" pitchFamily="18" charset="0"/>
                <a:ea typeface="楷体_GB2312" pitchFamily="49" charset="-122"/>
              </a:rPr>
              <a:t>一般用机器语言解释操作系统语言</a:t>
            </a:r>
          </a:p>
        </p:txBody>
      </p:sp>
      <p:sp>
        <p:nvSpPr>
          <p:cNvPr id="58377" name="线形标注 1 694283"/>
          <p:cNvSpPr/>
          <p:nvPr/>
        </p:nvSpPr>
        <p:spPr>
          <a:xfrm>
            <a:off x="4343400" y="3048000"/>
            <a:ext cx="4495800" cy="609600"/>
          </a:xfrm>
          <a:prstGeom prst="borderCallout1">
            <a:avLst>
              <a:gd name="adj1" fmla="val 18750"/>
              <a:gd name="adj2" fmla="val -1694"/>
              <a:gd name="adj3" fmla="val 59375"/>
              <a:gd name="adj4" fmla="val -13981"/>
            </a:avLst>
          </a:prstGeom>
          <a:noFill/>
          <a:ln w="9525" cap="flat" cmpd="sng">
            <a:solidFill>
              <a:schemeClr val="accent1"/>
            </a:solidFill>
            <a:prstDash val="solid"/>
            <a:miter/>
            <a:headEnd type="none" w="med" len="med"/>
            <a:tailEnd type="none" w="med" len="med"/>
          </a:ln>
        </p:spPr>
        <p:txBody>
          <a:bodyPr anchor="t" anchorCtr="0"/>
          <a:lstStyle/>
          <a:p>
            <a:pPr algn="ctr"/>
            <a:r>
              <a:rPr lang="zh-CN" altLang="en-US" b="1" dirty="0">
                <a:latin typeface="Times New Roman" panose="02020603050405020304" pitchFamily="18" charset="0"/>
                <a:ea typeface="楷体_GB2312" pitchFamily="49" charset="-122"/>
              </a:rPr>
              <a:t>由编译程序翻译成机器语言程序</a:t>
            </a:r>
          </a:p>
        </p:txBody>
      </p:sp>
      <p:sp>
        <p:nvSpPr>
          <p:cNvPr id="58378" name="线形标注 1 694284"/>
          <p:cNvSpPr/>
          <p:nvPr/>
        </p:nvSpPr>
        <p:spPr>
          <a:xfrm>
            <a:off x="4343400" y="1676400"/>
            <a:ext cx="4495800" cy="609600"/>
          </a:xfrm>
          <a:prstGeom prst="borderCallout1">
            <a:avLst>
              <a:gd name="adj1" fmla="val 18750"/>
              <a:gd name="adj2" fmla="val -1694"/>
              <a:gd name="adj3" fmla="val 59375"/>
              <a:gd name="adj4" fmla="val -13981"/>
            </a:avLst>
          </a:prstGeom>
          <a:noFill/>
          <a:ln w="9525" cap="flat" cmpd="sng">
            <a:solidFill>
              <a:schemeClr val="accent1"/>
            </a:solidFill>
            <a:prstDash val="solid"/>
            <a:miter/>
            <a:headEnd type="none" w="med" len="med"/>
            <a:tailEnd type="none" w="med" len="med"/>
          </a:ln>
        </p:spPr>
        <p:txBody>
          <a:bodyPr anchor="t" anchorCtr="0"/>
          <a:lstStyle/>
          <a:p>
            <a:pPr algn="ctr"/>
            <a:r>
              <a:rPr lang="zh-CN" altLang="en-US" b="1" dirty="0">
                <a:latin typeface="Times New Roman" panose="02020603050405020304" pitchFamily="18" charset="0"/>
                <a:ea typeface="楷体_GB2312" pitchFamily="49" charset="-122"/>
              </a:rPr>
              <a:t>由编译程序翻译成汇编语言程序</a:t>
            </a:r>
          </a:p>
        </p:txBody>
      </p:sp>
      <p:sp>
        <p:nvSpPr>
          <p:cNvPr id="694286" name="矩形 694285"/>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1.2</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sp>
        <p:nvSpPr>
          <p:cNvPr id="58380" name="文本框 694286"/>
          <p:cNvSpPr txBox="1"/>
          <p:nvPr/>
        </p:nvSpPr>
        <p:spPr>
          <a:xfrm>
            <a:off x="684213" y="476250"/>
            <a:ext cx="5822950" cy="641350"/>
          </a:xfrm>
          <a:prstGeom prst="rect">
            <a:avLst/>
          </a:prstGeom>
          <a:noFill/>
          <a:ln w="9525">
            <a:noFill/>
          </a:ln>
        </p:spPr>
        <p:txBody>
          <a:bodyPr anchor="t" anchorCtr="0">
            <a:spAutoFit/>
          </a:bodyPr>
          <a:lstStyle/>
          <a:p>
            <a:pPr>
              <a:spcBef>
                <a:spcPct val="20000"/>
              </a:spcBef>
            </a:pPr>
            <a:r>
              <a:rPr lang="zh-CN" altLang="en-US" sz="3600" b="1" dirty="0">
                <a:latin typeface="Times New Roman" panose="02020603050405020304" pitchFamily="18" charset="0"/>
                <a:ea typeface="宋体" panose="02010600030101010101" pitchFamily="2" charset="-122"/>
              </a:rPr>
              <a:t>二、计算机系统的层次结构</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86" name="矩形 694285"/>
          <p:cNvSpPr/>
          <p:nvPr/>
        </p:nvSpPr>
        <p:spPr>
          <a:xfrm>
            <a:off x="7696200" y="152400"/>
            <a:ext cx="1143000" cy="838200"/>
          </a:xfrm>
          <a:prstGeom prst="rect">
            <a:avLst/>
          </a:prstGeom>
          <a:noFill/>
          <a:ln w="9525">
            <a:noFill/>
          </a:ln>
        </p:spPr>
        <p:txBody>
          <a:bodyPr lIns="92075" tIns="46038" rIns="92075" bIns="46038" anchor="ctr"/>
          <a:lstStyle/>
          <a:p>
            <a:pPr algn="ctr" fontAlgn="base"/>
            <a:r>
              <a:rPr lang="en-US" altLang="zh-CN" sz="4400" b="1" strike="noStrike"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1.2</a:t>
            </a:r>
            <a:endParaRPr lang="en-US" altLang="zh-CN" sz="4400" b="1" strike="noStrike" noProof="1">
              <a:solidFill>
                <a:schemeClr val="tx2"/>
              </a:solidFill>
              <a:effectLst>
                <a:outerShdw blurRad="38100" dist="38100" dir="2700000">
                  <a:srgbClr val="C0C0C0"/>
                </a:outerShdw>
              </a:effectLst>
              <a:latin typeface="Arial" panose="020B0604020202020204" pitchFamily="34" charset="0"/>
            </a:endParaRPr>
          </a:p>
        </p:txBody>
      </p:sp>
      <p:sp>
        <p:nvSpPr>
          <p:cNvPr id="59394" name="文本框 694286"/>
          <p:cNvSpPr txBox="1"/>
          <p:nvPr/>
        </p:nvSpPr>
        <p:spPr>
          <a:xfrm>
            <a:off x="684213" y="476250"/>
            <a:ext cx="5822950" cy="641350"/>
          </a:xfrm>
          <a:prstGeom prst="rect">
            <a:avLst/>
          </a:prstGeom>
          <a:noFill/>
          <a:ln w="9525">
            <a:noFill/>
          </a:ln>
        </p:spPr>
        <p:txBody>
          <a:bodyPr anchor="t" anchorCtr="0">
            <a:spAutoFit/>
          </a:bodyPr>
          <a:lstStyle/>
          <a:p>
            <a:pPr>
              <a:spcBef>
                <a:spcPct val="20000"/>
              </a:spcBef>
            </a:pPr>
            <a:r>
              <a:rPr lang="zh-CN" altLang="en-US" sz="3600" b="1" dirty="0">
                <a:latin typeface="Times New Roman" panose="02020603050405020304" pitchFamily="18" charset="0"/>
                <a:ea typeface="宋体" panose="02010600030101010101" pitchFamily="2" charset="-122"/>
              </a:rPr>
              <a:t>二、计算机系统的层次结构</a:t>
            </a:r>
          </a:p>
        </p:txBody>
      </p:sp>
      <p:pic>
        <p:nvPicPr>
          <p:cNvPr id="59395" name="图片 1"/>
          <p:cNvPicPr>
            <a:picLocks noChangeAspect="1"/>
          </p:cNvPicPr>
          <p:nvPr/>
        </p:nvPicPr>
        <p:blipFill>
          <a:blip r:embed="rId2"/>
          <a:stretch>
            <a:fillRect/>
          </a:stretch>
        </p:blipFill>
        <p:spPr>
          <a:xfrm>
            <a:off x="833438" y="1266825"/>
            <a:ext cx="7477125" cy="5124450"/>
          </a:xfrm>
          <a:prstGeom prst="rect">
            <a:avLst/>
          </a:prstGeom>
          <a:noFill/>
          <a:ln w="9525">
            <a:noFill/>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702465"/>
          <p:cNvSpPr>
            <a:spLocks noGrp="1"/>
          </p:cNvSpPr>
          <p:nvPr>
            <p:ph type="title"/>
          </p:nvPr>
        </p:nvSpPr>
        <p:spPr>
          <a:xfrm>
            <a:off x="457200" y="457200"/>
            <a:ext cx="8229600" cy="739775"/>
          </a:xfrm>
        </p:spPr>
        <p:txBody>
          <a:bodyPr anchor="ctr" anchorCtr="0"/>
          <a:lstStyle/>
          <a:p>
            <a:r>
              <a:rPr lang="zh-CN" altLang="en-US" sz="3200" b="1" dirty="0"/>
              <a:t>三、系统结构、组成与实现</a:t>
            </a:r>
          </a:p>
        </p:txBody>
      </p:sp>
      <p:sp>
        <p:nvSpPr>
          <p:cNvPr id="60418" name="文本占位符 702466"/>
          <p:cNvSpPr>
            <a:spLocks noGrp="1"/>
          </p:cNvSpPr>
          <p:nvPr>
            <p:ph idx="1"/>
          </p:nvPr>
        </p:nvSpPr>
        <p:spPr>
          <a:xfrm>
            <a:off x="298450" y="1169988"/>
            <a:ext cx="8845550" cy="5688012"/>
          </a:xfrm>
        </p:spPr>
        <p:txBody>
          <a:bodyPr anchor="t" anchorCtr="0"/>
          <a:lstStyle/>
          <a:p>
            <a:r>
              <a:rPr lang="zh-CN" altLang="en-US" sz="2800" b="1" dirty="0">
                <a:solidFill>
                  <a:srgbClr val="0000FF"/>
                </a:solidFill>
              </a:rPr>
              <a:t>计算机系统结构</a:t>
            </a:r>
            <a:r>
              <a:rPr lang="en-US" altLang="zh-CN" sz="2800" b="1" dirty="0"/>
              <a:t>(Computer architecture</a:t>
            </a:r>
            <a:r>
              <a:rPr lang="zh-CN" altLang="en-US" sz="2800" b="1" dirty="0"/>
              <a:t>）</a:t>
            </a:r>
          </a:p>
          <a:p>
            <a:pPr lvl="1"/>
            <a:r>
              <a:rPr lang="zh-CN" altLang="en-US" b="1" dirty="0"/>
              <a:t>计算机系统的软件与硬件的界面－－指令系统</a:t>
            </a:r>
          </a:p>
          <a:p>
            <a:pPr lvl="1"/>
            <a:r>
              <a:rPr lang="zh-CN" altLang="en-US" b="1" dirty="0"/>
              <a:t>程序员所看到的计算机属性－－外特性 </a:t>
            </a:r>
          </a:p>
          <a:p>
            <a:r>
              <a:rPr lang="zh-CN" altLang="en-US" sz="2800" b="1" dirty="0">
                <a:solidFill>
                  <a:srgbClr val="0000FF"/>
                </a:solidFill>
              </a:rPr>
              <a:t>计算机组成</a:t>
            </a:r>
            <a:r>
              <a:rPr lang="en-US" altLang="zh-CN" sz="2800" b="1" dirty="0"/>
              <a:t>(Computer organization</a:t>
            </a:r>
            <a:r>
              <a:rPr lang="zh-CN" altLang="en-US" sz="2800" b="1" dirty="0"/>
              <a:t>）＝组织</a:t>
            </a:r>
          </a:p>
          <a:p>
            <a:pPr lvl="1"/>
            <a:r>
              <a:rPr lang="zh-CN" altLang="en-US" b="1" dirty="0"/>
              <a:t>计算机系统结构的逻辑实现</a:t>
            </a:r>
          </a:p>
          <a:p>
            <a:r>
              <a:rPr lang="zh-CN" altLang="en-US" sz="2800" b="1" dirty="0">
                <a:solidFill>
                  <a:srgbClr val="0000FF"/>
                </a:solidFill>
              </a:rPr>
              <a:t>计算机实现</a:t>
            </a:r>
            <a:r>
              <a:rPr lang="en-US" altLang="zh-CN" sz="2800" b="1" dirty="0"/>
              <a:t>(Computer implementation</a:t>
            </a:r>
            <a:r>
              <a:rPr lang="zh-CN" altLang="en-US" sz="2800" b="1" dirty="0"/>
              <a:t>）</a:t>
            </a:r>
          </a:p>
          <a:p>
            <a:pPr lvl="1"/>
            <a:r>
              <a:rPr lang="zh-CN" altLang="en-US" b="1" dirty="0"/>
              <a:t>计算机组成的物理实现</a:t>
            </a:r>
          </a:p>
          <a:p>
            <a:r>
              <a:rPr lang="zh-CN" altLang="en-US" sz="2800" b="1" dirty="0"/>
              <a:t>计算机系统的结构，组成，实现是三个完全不同的概念，相互间有着十分密切的依赖关系和相互的影响。广义的计算机系统结构即包括经典的指令集结构，也包括计算机组成和实现技术的研究</a:t>
            </a:r>
            <a:endParaRPr lang="zh-CN" altLang="en-US" sz="2800"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内容占位符 703489"/>
          <p:cNvSpPr>
            <a:spLocks noGrp="1"/>
          </p:cNvSpPr>
          <p:nvPr>
            <p:ph idx="1"/>
          </p:nvPr>
        </p:nvSpPr>
        <p:spPr>
          <a:xfrm>
            <a:off x="1187450" y="5445125"/>
            <a:ext cx="6624638" cy="1152525"/>
          </a:xfrm>
        </p:spPr>
        <p:txBody>
          <a:bodyPr anchor="t" anchorCtr="0"/>
          <a:lstStyle/>
          <a:p>
            <a:r>
              <a:rPr lang="zh-CN" altLang="en-US" dirty="0">
                <a:solidFill>
                  <a:schemeClr val="tx2"/>
                </a:solidFill>
              </a:rPr>
              <a:t>一种体系结构可以有多种组成</a:t>
            </a:r>
          </a:p>
          <a:p>
            <a:r>
              <a:rPr lang="zh-CN" altLang="en-US" dirty="0">
                <a:solidFill>
                  <a:schemeClr val="tx2"/>
                </a:solidFill>
              </a:rPr>
              <a:t>一种组成可以有多种物理实现</a:t>
            </a:r>
          </a:p>
        </p:txBody>
      </p:sp>
      <p:sp>
        <p:nvSpPr>
          <p:cNvPr id="61442" name="文本框 703490"/>
          <p:cNvSpPr txBox="1"/>
          <p:nvPr/>
        </p:nvSpPr>
        <p:spPr>
          <a:xfrm>
            <a:off x="2955925" y="900113"/>
            <a:ext cx="2149475" cy="755650"/>
          </a:xfrm>
          <a:prstGeom prst="rect">
            <a:avLst/>
          </a:prstGeom>
          <a:solidFill>
            <a:schemeClr val="tx1"/>
          </a:solidFill>
          <a:ln w="25400" cap="flat" cmpd="sng">
            <a:solidFill>
              <a:schemeClr val="bg2"/>
            </a:solidFill>
            <a:prstDash val="solid"/>
            <a:miter/>
            <a:headEnd type="none" w="med" len="med"/>
            <a:tailEnd type="none" w="med" len="med"/>
          </a:ln>
        </p:spPr>
        <p:txBody>
          <a:bodyPr lIns="0" tIns="0" rIns="0" bIns="0" anchor="t" anchorCtr="0">
            <a:spAutoFit/>
          </a:bodyPr>
          <a:lstStyle/>
          <a:p>
            <a:pPr algn="ctr"/>
            <a:r>
              <a:rPr lang="zh-CN" altLang="en-US" b="1" dirty="0">
                <a:solidFill>
                  <a:schemeClr val="bg1"/>
                </a:solidFill>
                <a:latin typeface="Times New Roman" panose="02020603050405020304" pitchFamily="18" charset="0"/>
                <a:ea typeface="宋体" panose="02010600030101010101" pitchFamily="2" charset="-122"/>
              </a:rPr>
              <a:t>是否设置</a:t>
            </a:r>
          </a:p>
          <a:p>
            <a:pPr algn="ctr"/>
            <a:r>
              <a:rPr lang="zh-CN" altLang="en-US" b="1" dirty="0">
                <a:solidFill>
                  <a:schemeClr val="bg1"/>
                </a:solidFill>
                <a:latin typeface="Times New Roman" panose="02020603050405020304" pitchFamily="18" charset="0"/>
                <a:ea typeface="宋体" panose="02010600030101010101" pitchFamily="2" charset="-122"/>
              </a:rPr>
              <a:t>乘方</a:t>
            </a:r>
            <a:r>
              <a:rPr lang="en-US" altLang="zh-CN" b="1" dirty="0">
                <a:solidFill>
                  <a:schemeClr val="bg1"/>
                </a:solidFill>
                <a:latin typeface="Times New Roman" panose="02020603050405020304" pitchFamily="18" charset="0"/>
                <a:ea typeface="宋体" panose="02010600030101010101" pitchFamily="2" charset="-122"/>
              </a:rPr>
              <a:t>/</a:t>
            </a:r>
            <a:r>
              <a:rPr lang="zh-CN" altLang="en-US" b="1" dirty="0">
                <a:solidFill>
                  <a:schemeClr val="bg1"/>
                </a:solidFill>
                <a:latin typeface="Times New Roman" panose="02020603050405020304" pitchFamily="18" charset="0"/>
                <a:ea typeface="宋体" panose="02010600030101010101" pitchFamily="2" charset="-122"/>
              </a:rPr>
              <a:t>开方指令</a:t>
            </a:r>
          </a:p>
        </p:txBody>
      </p:sp>
      <p:sp>
        <p:nvSpPr>
          <p:cNvPr id="703492" name="文本框 703491"/>
          <p:cNvSpPr txBox="1"/>
          <p:nvPr/>
        </p:nvSpPr>
        <p:spPr>
          <a:xfrm>
            <a:off x="2057400" y="2652713"/>
            <a:ext cx="1752600" cy="755650"/>
          </a:xfrm>
          <a:prstGeom prst="rect">
            <a:avLst/>
          </a:prstGeom>
          <a:solidFill>
            <a:schemeClr val="tx1"/>
          </a:solidFill>
          <a:ln w="25400" cap="flat" cmpd="sng">
            <a:solidFill>
              <a:schemeClr val="bg2"/>
            </a:solidFill>
            <a:prstDash val="solid"/>
            <a:miter/>
            <a:headEnd type="none" w="med" len="med"/>
            <a:tailEnd type="none" w="med" len="med"/>
          </a:ln>
        </p:spPr>
        <p:txBody>
          <a:bodyPr lIns="0" tIns="0" rIns="0" bIns="0" anchor="t" anchorCtr="0">
            <a:spAutoFit/>
          </a:bodyPr>
          <a:lstStyle/>
          <a:p>
            <a:pPr algn="ctr"/>
            <a:r>
              <a:rPr lang="zh-CN" altLang="en-US" b="1" dirty="0">
                <a:solidFill>
                  <a:schemeClr val="bg1"/>
                </a:solidFill>
                <a:latin typeface="Times New Roman" panose="02020603050405020304" pitchFamily="18" charset="0"/>
                <a:ea typeface="宋体" panose="02010600030101010101" pitchFamily="2" charset="-122"/>
              </a:rPr>
              <a:t>逻辑设计</a:t>
            </a:r>
            <a:r>
              <a:rPr lang="en-US" altLang="zh-CN" b="1">
                <a:solidFill>
                  <a:schemeClr val="bg1"/>
                </a:solidFill>
                <a:latin typeface="Times New Roman" panose="02020603050405020304" pitchFamily="18" charset="0"/>
                <a:ea typeface="宋体" panose="02010600030101010101" pitchFamily="2" charset="-122"/>
              </a:rPr>
              <a:t>1</a:t>
            </a:r>
          </a:p>
          <a:p>
            <a:pPr algn="ctr"/>
            <a:r>
              <a:rPr lang="en-US" altLang="zh-CN" b="1" dirty="0">
                <a:solidFill>
                  <a:schemeClr val="bg1"/>
                </a:solidFill>
                <a:latin typeface="Times New Roman" panose="02020603050405020304" pitchFamily="18" charset="0"/>
                <a:ea typeface="宋体" panose="02010600030101010101" pitchFamily="2" charset="-122"/>
              </a:rPr>
              <a:t>(</a:t>
            </a:r>
            <a:r>
              <a:rPr lang="zh-CN" altLang="en-US" b="1" dirty="0">
                <a:solidFill>
                  <a:schemeClr val="bg1"/>
                </a:solidFill>
                <a:latin typeface="Times New Roman" panose="02020603050405020304" pitchFamily="18" charset="0"/>
                <a:ea typeface="宋体" panose="02010600030101010101" pitchFamily="2" charset="-122"/>
              </a:rPr>
              <a:t>硬联电路</a:t>
            </a:r>
            <a:r>
              <a:rPr lang="en-US" altLang="zh-CN" b="1">
                <a:solidFill>
                  <a:schemeClr val="bg1"/>
                </a:solidFill>
                <a:latin typeface="Times New Roman" panose="02020603050405020304" pitchFamily="18" charset="0"/>
                <a:ea typeface="宋体" panose="02010600030101010101" pitchFamily="2" charset="-122"/>
              </a:rPr>
              <a:t>)</a:t>
            </a:r>
          </a:p>
        </p:txBody>
      </p:sp>
      <p:sp>
        <p:nvSpPr>
          <p:cNvPr id="703493" name="文本框 703492"/>
          <p:cNvSpPr txBox="1"/>
          <p:nvPr/>
        </p:nvSpPr>
        <p:spPr>
          <a:xfrm>
            <a:off x="381000" y="4329113"/>
            <a:ext cx="1676400" cy="755650"/>
          </a:xfrm>
          <a:prstGeom prst="rect">
            <a:avLst/>
          </a:prstGeom>
          <a:solidFill>
            <a:schemeClr val="tx1"/>
          </a:solidFill>
          <a:ln w="25400" cap="flat" cmpd="sng">
            <a:solidFill>
              <a:schemeClr val="bg2"/>
            </a:solidFill>
            <a:prstDash val="solid"/>
            <a:miter/>
            <a:headEnd type="none" w="med" len="med"/>
            <a:tailEnd type="none" w="med" len="med"/>
          </a:ln>
        </p:spPr>
        <p:txBody>
          <a:bodyPr lIns="0" tIns="0" rIns="0" bIns="0" anchor="t" anchorCtr="0">
            <a:spAutoFit/>
          </a:bodyPr>
          <a:lstStyle/>
          <a:p>
            <a:pPr algn="ctr"/>
            <a:r>
              <a:rPr lang="zh-CN" altLang="en-US" b="1" dirty="0">
                <a:solidFill>
                  <a:schemeClr val="bg1"/>
                </a:solidFill>
                <a:latin typeface="Times New Roman" panose="02020603050405020304" pitchFamily="18" charset="0"/>
                <a:ea typeface="宋体" panose="02010600030101010101" pitchFamily="2" charset="-122"/>
              </a:rPr>
              <a:t>实现方案</a:t>
            </a:r>
            <a:r>
              <a:rPr lang="en-US" altLang="zh-CN" b="1">
                <a:solidFill>
                  <a:schemeClr val="bg1"/>
                </a:solidFill>
                <a:latin typeface="Times New Roman" panose="02020603050405020304" pitchFamily="18" charset="0"/>
                <a:ea typeface="宋体" panose="02010600030101010101" pitchFamily="2" charset="-122"/>
              </a:rPr>
              <a:t>1</a:t>
            </a:r>
          </a:p>
          <a:p>
            <a:pPr algn="ctr"/>
            <a:r>
              <a:rPr lang="en-US" altLang="zh-CN" b="1">
                <a:solidFill>
                  <a:schemeClr val="bg1"/>
                </a:solidFill>
                <a:latin typeface="Times New Roman" panose="02020603050405020304" pitchFamily="18" charset="0"/>
                <a:ea typeface="宋体" panose="02010600030101010101" pitchFamily="2" charset="-122"/>
              </a:rPr>
              <a:t>(V1,$1,T1)</a:t>
            </a:r>
          </a:p>
        </p:txBody>
      </p:sp>
      <p:sp>
        <p:nvSpPr>
          <p:cNvPr id="703494" name="文本框 703493"/>
          <p:cNvSpPr txBox="1"/>
          <p:nvPr/>
        </p:nvSpPr>
        <p:spPr>
          <a:xfrm>
            <a:off x="6858000" y="2652713"/>
            <a:ext cx="1676400" cy="755650"/>
          </a:xfrm>
          <a:prstGeom prst="rect">
            <a:avLst/>
          </a:prstGeom>
          <a:solidFill>
            <a:schemeClr val="tx1"/>
          </a:solidFill>
          <a:ln w="25400" cap="flat" cmpd="sng">
            <a:solidFill>
              <a:schemeClr val="bg2"/>
            </a:solidFill>
            <a:prstDash val="solid"/>
            <a:miter/>
            <a:headEnd type="none" w="med" len="med"/>
            <a:tailEnd type="none" w="med" len="med"/>
          </a:ln>
        </p:spPr>
        <p:txBody>
          <a:bodyPr lIns="0" tIns="0" rIns="0" bIns="0" anchor="t" anchorCtr="0">
            <a:spAutoFit/>
          </a:bodyPr>
          <a:lstStyle/>
          <a:p>
            <a:pPr algn="ctr"/>
            <a:r>
              <a:rPr lang="zh-CN" altLang="en-US" b="1" dirty="0">
                <a:solidFill>
                  <a:schemeClr val="bg1"/>
                </a:solidFill>
                <a:latin typeface="Times New Roman" panose="02020603050405020304" pitchFamily="18" charset="0"/>
                <a:ea typeface="宋体" panose="02010600030101010101" pitchFamily="2" charset="-122"/>
              </a:rPr>
              <a:t>逻辑设计</a:t>
            </a:r>
            <a:r>
              <a:rPr lang="en-US" altLang="zh-CN" b="1">
                <a:solidFill>
                  <a:schemeClr val="bg1"/>
                </a:solidFill>
                <a:latin typeface="Times New Roman" panose="02020603050405020304" pitchFamily="18" charset="0"/>
                <a:ea typeface="宋体" panose="02010600030101010101" pitchFamily="2" charset="-122"/>
              </a:rPr>
              <a:t>3</a:t>
            </a:r>
          </a:p>
          <a:p>
            <a:pPr algn="ctr"/>
            <a:r>
              <a:rPr lang="en-US" altLang="zh-CN" b="1" dirty="0">
                <a:solidFill>
                  <a:schemeClr val="bg1"/>
                </a:solidFill>
                <a:latin typeface="Times New Roman" panose="02020603050405020304" pitchFamily="18" charset="0"/>
                <a:ea typeface="宋体" panose="02010600030101010101" pitchFamily="2" charset="-122"/>
              </a:rPr>
              <a:t>(</a:t>
            </a:r>
            <a:r>
              <a:rPr lang="zh-CN" altLang="en-US" b="1" dirty="0">
                <a:solidFill>
                  <a:schemeClr val="bg1"/>
                </a:solidFill>
                <a:latin typeface="Times New Roman" panose="02020603050405020304" pitchFamily="18" charset="0"/>
                <a:ea typeface="宋体" panose="02010600030101010101" pitchFamily="2" charset="-122"/>
              </a:rPr>
              <a:t>微程序</a:t>
            </a:r>
            <a:r>
              <a:rPr lang="en-US" altLang="zh-CN" b="1">
                <a:solidFill>
                  <a:schemeClr val="bg1"/>
                </a:solidFill>
                <a:latin typeface="Times New Roman" panose="02020603050405020304" pitchFamily="18" charset="0"/>
                <a:ea typeface="宋体" panose="02010600030101010101" pitchFamily="2" charset="-122"/>
              </a:rPr>
              <a:t>)</a:t>
            </a:r>
          </a:p>
        </p:txBody>
      </p:sp>
      <p:sp>
        <p:nvSpPr>
          <p:cNvPr id="703495" name="文本框 703494"/>
          <p:cNvSpPr txBox="1"/>
          <p:nvPr/>
        </p:nvSpPr>
        <p:spPr>
          <a:xfrm>
            <a:off x="4419600" y="2652713"/>
            <a:ext cx="1828800" cy="755650"/>
          </a:xfrm>
          <a:prstGeom prst="rect">
            <a:avLst/>
          </a:prstGeom>
          <a:solidFill>
            <a:schemeClr val="tx1"/>
          </a:solidFill>
          <a:ln w="25400" cap="flat" cmpd="sng">
            <a:solidFill>
              <a:schemeClr val="bg2"/>
            </a:solidFill>
            <a:prstDash val="solid"/>
            <a:miter/>
            <a:headEnd type="none" w="med" len="med"/>
            <a:tailEnd type="none" w="med" len="med"/>
          </a:ln>
        </p:spPr>
        <p:txBody>
          <a:bodyPr lIns="0" tIns="0" rIns="0" bIns="0" anchor="t" anchorCtr="0">
            <a:spAutoFit/>
          </a:bodyPr>
          <a:lstStyle/>
          <a:p>
            <a:pPr algn="ctr"/>
            <a:r>
              <a:rPr lang="zh-CN" altLang="en-US" b="1" dirty="0">
                <a:solidFill>
                  <a:schemeClr val="bg1"/>
                </a:solidFill>
                <a:latin typeface="Times New Roman" panose="02020603050405020304" pitchFamily="18" charset="0"/>
                <a:ea typeface="宋体" panose="02010600030101010101" pitchFamily="2" charset="-122"/>
              </a:rPr>
              <a:t>逻辑设计</a:t>
            </a:r>
            <a:r>
              <a:rPr lang="en-US" altLang="zh-CN" b="1">
                <a:solidFill>
                  <a:schemeClr val="bg1"/>
                </a:solidFill>
                <a:latin typeface="Times New Roman" panose="02020603050405020304" pitchFamily="18" charset="0"/>
                <a:ea typeface="宋体" panose="02010600030101010101" pitchFamily="2" charset="-122"/>
              </a:rPr>
              <a:t>2</a:t>
            </a:r>
          </a:p>
          <a:p>
            <a:pPr algn="ctr"/>
            <a:r>
              <a:rPr lang="en-US" altLang="zh-CN" b="1" dirty="0">
                <a:solidFill>
                  <a:schemeClr val="bg1"/>
                </a:solidFill>
                <a:latin typeface="Times New Roman" panose="02020603050405020304" pitchFamily="18" charset="0"/>
                <a:ea typeface="宋体" panose="02010600030101010101" pitchFamily="2" charset="-122"/>
              </a:rPr>
              <a:t>(ROM</a:t>
            </a:r>
            <a:r>
              <a:rPr lang="zh-CN" altLang="en-US" b="1" dirty="0">
                <a:solidFill>
                  <a:schemeClr val="bg1"/>
                </a:solidFill>
                <a:latin typeface="Times New Roman" panose="02020603050405020304" pitchFamily="18" charset="0"/>
                <a:ea typeface="宋体" panose="02010600030101010101" pitchFamily="2" charset="-122"/>
              </a:rPr>
              <a:t>查表</a:t>
            </a:r>
            <a:r>
              <a:rPr lang="en-US" altLang="zh-CN" b="1">
                <a:solidFill>
                  <a:schemeClr val="bg1"/>
                </a:solidFill>
                <a:latin typeface="Times New Roman" panose="02020603050405020304" pitchFamily="18" charset="0"/>
                <a:ea typeface="宋体" panose="02010600030101010101" pitchFamily="2" charset="-122"/>
              </a:rPr>
              <a:t>)</a:t>
            </a:r>
          </a:p>
        </p:txBody>
      </p:sp>
      <p:sp>
        <p:nvSpPr>
          <p:cNvPr id="703496" name="文本框 703495"/>
          <p:cNvSpPr txBox="1"/>
          <p:nvPr/>
        </p:nvSpPr>
        <p:spPr>
          <a:xfrm>
            <a:off x="2667000" y="4329113"/>
            <a:ext cx="1676400" cy="755650"/>
          </a:xfrm>
          <a:prstGeom prst="rect">
            <a:avLst/>
          </a:prstGeom>
          <a:solidFill>
            <a:schemeClr val="tx1"/>
          </a:solidFill>
          <a:ln w="25400" cap="flat" cmpd="sng">
            <a:solidFill>
              <a:schemeClr val="bg2"/>
            </a:solidFill>
            <a:prstDash val="solid"/>
            <a:miter/>
            <a:headEnd type="none" w="med" len="med"/>
            <a:tailEnd type="none" w="med" len="med"/>
          </a:ln>
        </p:spPr>
        <p:txBody>
          <a:bodyPr lIns="0" tIns="0" rIns="0" bIns="0" anchor="t" anchorCtr="0">
            <a:spAutoFit/>
          </a:bodyPr>
          <a:lstStyle/>
          <a:p>
            <a:pPr algn="ctr"/>
            <a:r>
              <a:rPr lang="zh-CN" altLang="en-US" b="1" dirty="0">
                <a:solidFill>
                  <a:schemeClr val="bg1"/>
                </a:solidFill>
                <a:latin typeface="Times New Roman" panose="02020603050405020304" pitchFamily="18" charset="0"/>
                <a:ea typeface="宋体" panose="02010600030101010101" pitchFamily="2" charset="-122"/>
              </a:rPr>
              <a:t>实现方案</a:t>
            </a:r>
            <a:r>
              <a:rPr lang="en-US" altLang="zh-CN" b="1">
                <a:solidFill>
                  <a:schemeClr val="bg1"/>
                </a:solidFill>
                <a:latin typeface="Times New Roman" panose="02020603050405020304" pitchFamily="18" charset="0"/>
                <a:ea typeface="宋体" panose="02010600030101010101" pitchFamily="2" charset="-122"/>
              </a:rPr>
              <a:t>2</a:t>
            </a:r>
          </a:p>
          <a:p>
            <a:pPr algn="ctr"/>
            <a:r>
              <a:rPr lang="en-US" altLang="zh-CN" b="1">
                <a:solidFill>
                  <a:schemeClr val="bg1"/>
                </a:solidFill>
                <a:latin typeface="Times New Roman" panose="02020603050405020304" pitchFamily="18" charset="0"/>
                <a:ea typeface="宋体" panose="02010600030101010101" pitchFamily="2" charset="-122"/>
              </a:rPr>
              <a:t>(V2,$2,T2)</a:t>
            </a:r>
          </a:p>
        </p:txBody>
      </p:sp>
      <p:sp>
        <p:nvSpPr>
          <p:cNvPr id="703497" name="文本框 703496"/>
          <p:cNvSpPr txBox="1"/>
          <p:nvPr/>
        </p:nvSpPr>
        <p:spPr>
          <a:xfrm>
            <a:off x="4953000" y="4329113"/>
            <a:ext cx="1676400" cy="755650"/>
          </a:xfrm>
          <a:prstGeom prst="rect">
            <a:avLst/>
          </a:prstGeom>
          <a:solidFill>
            <a:schemeClr val="tx1"/>
          </a:solidFill>
          <a:ln w="25400" cap="flat" cmpd="sng">
            <a:solidFill>
              <a:schemeClr val="bg2"/>
            </a:solidFill>
            <a:prstDash val="solid"/>
            <a:miter/>
            <a:headEnd type="none" w="med" len="med"/>
            <a:tailEnd type="none" w="med" len="med"/>
          </a:ln>
        </p:spPr>
        <p:txBody>
          <a:bodyPr lIns="0" tIns="0" rIns="0" bIns="0" anchor="t" anchorCtr="0">
            <a:spAutoFit/>
          </a:bodyPr>
          <a:lstStyle/>
          <a:p>
            <a:pPr algn="ctr"/>
            <a:r>
              <a:rPr lang="zh-CN" altLang="en-US" b="1" dirty="0">
                <a:solidFill>
                  <a:schemeClr val="bg1"/>
                </a:solidFill>
                <a:latin typeface="Times New Roman" panose="02020603050405020304" pitchFamily="18" charset="0"/>
                <a:ea typeface="宋体" panose="02010600030101010101" pitchFamily="2" charset="-122"/>
              </a:rPr>
              <a:t>实现方案</a:t>
            </a:r>
            <a:r>
              <a:rPr lang="en-US" altLang="zh-CN" b="1">
                <a:solidFill>
                  <a:schemeClr val="bg1"/>
                </a:solidFill>
                <a:latin typeface="Times New Roman" panose="02020603050405020304" pitchFamily="18" charset="0"/>
                <a:ea typeface="宋体" panose="02010600030101010101" pitchFamily="2" charset="-122"/>
              </a:rPr>
              <a:t>3</a:t>
            </a:r>
          </a:p>
          <a:p>
            <a:pPr algn="ctr"/>
            <a:r>
              <a:rPr lang="en-US" altLang="zh-CN" b="1">
                <a:solidFill>
                  <a:schemeClr val="bg1"/>
                </a:solidFill>
                <a:latin typeface="Times New Roman" panose="02020603050405020304" pitchFamily="18" charset="0"/>
                <a:ea typeface="宋体" panose="02010600030101010101" pitchFamily="2" charset="-122"/>
              </a:rPr>
              <a:t>(V3,$3,T3)</a:t>
            </a:r>
          </a:p>
        </p:txBody>
      </p:sp>
      <p:grpSp>
        <p:nvGrpSpPr>
          <p:cNvPr id="703498" name="组合 703497"/>
          <p:cNvGrpSpPr/>
          <p:nvPr/>
        </p:nvGrpSpPr>
        <p:grpSpPr>
          <a:xfrm>
            <a:off x="0" y="1052513"/>
            <a:ext cx="2971800" cy="457200"/>
            <a:chOff x="0" y="288"/>
            <a:chExt cx="1872" cy="288"/>
          </a:xfrm>
        </p:grpSpPr>
        <p:sp>
          <p:nvSpPr>
            <p:cNvPr id="61450" name="文本框 703498"/>
            <p:cNvSpPr txBox="1"/>
            <p:nvPr/>
          </p:nvSpPr>
          <p:spPr>
            <a:xfrm>
              <a:off x="0" y="288"/>
              <a:ext cx="1488" cy="288"/>
            </a:xfrm>
            <a:prstGeom prst="rect">
              <a:avLst/>
            </a:prstGeom>
            <a:solidFill>
              <a:schemeClr val="bg1"/>
            </a:solidFill>
            <a:ln w="9525">
              <a:noFill/>
            </a:ln>
          </p:spPr>
          <p:txBody>
            <a:bodyPr anchor="t" anchorCtr="0">
              <a:spAutoFit/>
            </a:bodyPr>
            <a:lstStyle/>
            <a:p>
              <a:r>
                <a:rPr lang="zh-CN" altLang="en-US" b="1" dirty="0">
                  <a:solidFill>
                    <a:schemeClr val="hlink"/>
                  </a:solidFill>
                  <a:latin typeface="Times New Roman" panose="02020603050405020304" pitchFamily="18" charset="0"/>
                  <a:ea typeface="宋体" panose="02010600030101010101" pitchFamily="2" charset="-122"/>
                </a:rPr>
                <a:t>计算机系统结构</a:t>
              </a:r>
            </a:p>
          </p:txBody>
        </p:sp>
        <p:sp>
          <p:nvSpPr>
            <p:cNvPr id="61451" name="直接连接符 703499"/>
            <p:cNvSpPr/>
            <p:nvPr/>
          </p:nvSpPr>
          <p:spPr>
            <a:xfrm>
              <a:off x="1488" y="432"/>
              <a:ext cx="384" cy="0"/>
            </a:xfrm>
            <a:prstGeom prst="line">
              <a:avLst/>
            </a:prstGeom>
            <a:ln w="19050" cap="flat" cmpd="sng">
              <a:solidFill>
                <a:schemeClr val="accent1"/>
              </a:solidFill>
              <a:prstDash val="solid"/>
              <a:round/>
              <a:headEnd type="none" w="med" len="med"/>
              <a:tailEnd type="none" w="lg" len="med"/>
            </a:ln>
          </p:spPr>
        </p:sp>
      </p:grpSp>
      <p:grpSp>
        <p:nvGrpSpPr>
          <p:cNvPr id="703501" name="组合 703500"/>
          <p:cNvGrpSpPr/>
          <p:nvPr/>
        </p:nvGrpSpPr>
        <p:grpSpPr>
          <a:xfrm>
            <a:off x="0" y="2805113"/>
            <a:ext cx="6858000" cy="457200"/>
            <a:chOff x="0" y="1392"/>
            <a:chExt cx="4320" cy="288"/>
          </a:xfrm>
        </p:grpSpPr>
        <p:sp>
          <p:nvSpPr>
            <p:cNvPr id="61453" name="文本框 703501"/>
            <p:cNvSpPr txBox="1"/>
            <p:nvPr/>
          </p:nvSpPr>
          <p:spPr>
            <a:xfrm>
              <a:off x="0" y="1392"/>
              <a:ext cx="1104" cy="288"/>
            </a:xfrm>
            <a:prstGeom prst="rect">
              <a:avLst/>
            </a:prstGeom>
            <a:solidFill>
              <a:schemeClr val="bg1"/>
            </a:solidFill>
            <a:ln w="9525">
              <a:noFill/>
            </a:ln>
          </p:spPr>
          <p:txBody>
            <a:bodyPr anchor="t" anchorCtr="0">
              <a:spAutoFit/>
            </a:bodyPr>
            <a:lstStyle/>
            <a:p>
              <a:r>
                <a:rPr lang="zh-CN" altLang="en-US" b="1" dirty="0">
                  <a:solidFill>
                    <a:schemeClr val="hlink"/>
                  </a:solidFill>
                  <a:latin typeface="Times New Roman" panose="02020603050405020304" pitchFamily="18" charset="0"/>
                  <a:ea typeface="宋体" panose="02010600030101010101" pitchFamily="2" charset="-122"/>
                </a:rPr>
                <a:t>计算机组成</a:t>
              </a:r>
            </a:p>
          </p:txBody>
        </p:sp>
        <p:sp>
          <p:nvSpPr>
            <p:cNvPr id="61454" name="直接连接符 703502"/>
            <p:cNvSpPr/>
            <p:nvPr/>
          </p:nvSpPr>
          <p:spPr>
            <a:xfrm>
              <a:off x="1056" y="1536"/>
              <a:ext cx="240" cy="0"/>
            </a:xfrm>
            <a:prstGeom prst="line">
              <a:avLst/>
            </a:prstGeom>
            <a:ln w="19050" cap="flat" cmpd="sng">
              <a:solidFill>
                <a:schemeClr val="accent1"/>
              </a:solidFill>
              <a:prstDash val="solid"/>
              <a:round/>
              <a:headEnd type="none" w="med" len="med"/>
              <a:tailEnd type="none" w="lg" len="med"/>
            </a:ln>
          </p:spPr>
        </p:sp>
        <p:sp>
          <p:nvSpPr>
            <p:cNvPr id="61455" name="直接连接符 703503"/>
            <p:cNvSpPr/>
            <p:nvPr/>
          </p:nvSpPr>
          <p:spPr>
            <a:xfrm>
              <a:off x="2400" y="1536"/>
              <a:ext cx="384" cy="0"/>
            </a:xfrm>
            <a:prstGeom prst="line">
              <a:avLst/>
            </a:prstGeom>
            <a:ln w="19050" cap="flat" cmpd="sng">
              <a:solidFill>
                <a:schemeClr val="accent1"/>
              </a:solidFill>
              <a:prstDash val="solid"/>
              <a:round/>
              <a:headEnd type="none" w="med" len="med"/>
              <a:tailEnd type="none" w="lg" len="med"/>
            </a:ln>
          </p:spPr>
        </p:sp>
        <p:sp>
          <p:nvSpPr>
            <p:cNvPr id="61456" name="直接连接符 703504"/>
            <p:cNvSpPr/>
            <p:nvPr/>
          </p:nvSpPr>
          <p:spPr>
            <a:xfrm>
              <a:off x="3936" y="1536"/>
              <a:ext cx="384" cy="0"/>
            </a:xfrm>
            <a:prstGeom prst="line">
              <a:avLst/>
            </a:prstGeom>
            <a:ln w="19050" cap="flat" cmpd="sng">
              <a:solidFill>
                <a:schemeClr val="accent1"/>
              </a:solidFill>
              <a:prstDash val="solid"/>
              <a:round/>
              <a:headEnd type="none" w="med" len="med"/>
              <a:tailEnd type="none" w="lg" len="med"/>
            </a:ln>
          </p:spPr>
        </p:sp>
      </p:grpSp>
      <p:grpSp>
        <p:nvGrpSpPr>
          <p:cNvPr id="703506" name="组合 703505"/>
          <p:cNvGrpSpPr/>
          <p:nvPr/>
        </p:nvGrpSpPr>
        <p:grpSpPr>
          <a:xfrm>
            <a:off x="2057400" y="4481513"/>
            <a:ext cx="7010400" cy="457200"/>
            <a:chOff x="1296" y="2448"/>
            <a:chExt cx="4416" cy="288"/>
          </a:xfrm>
        </p:grpSpPr>
        <p:sp>
          <p:nvSpPr>
            <p:cNvPr id="61458" name="文本框 703506"/>
            <p:cNvSpPr txBox="1"/>
            <p:nvPr/>
          </p:nvSpPr>
          <p:spPr>
            <a:xfrm>
              <a:off x="4608" y="2448"/>
              <a:ext cx="1104" cy="288"/>
            </a:xfrm>
            <a:prstGeom prst="rect">
              <a:avLst/>
            </a:prstGeom>
            <a:solidFill>
              <a:schemeClr val="bg1"/>
            </a:solidFill>
            <a:ln w="9525">
              <a:noFill/>
            </a:ln>
          </p:spPr>
          <p:txBody>
            <a:bodyPr anchor="t" anchorCtr="0">
              <a:spAutoFit/>
            </a:bodyPr>
            <a:lstStyle/>
            <a:p>
              <a:r>
                <a:rPr lang="zh-CN" altLang="en-US" b="1" dirty="0">
                  <a:solidFill>
                    <a:schemeClr val="hlink"/>
                  </a:solidFill>
                  <a:latin typeface="Times New Roman" panose="02020603050405020304" pitchFamily="18" charset="0"/>
                  <a:ea typeface="宋体" panose="02010600030101010101" pitchFamily="2" charset="-122"/>
                </a:rPr>
                <a:t>计算机实现</a:t>
              </a:r>
            </a:p>
          </p:txBody>
        </p:sp>
        <p:sp>
          <p:nvSpPr>
            <p:cNvPr id="61459" name="直接连接符 703507"/>
            <p:cNvSpPr/>
            <p:nvPr/>
          </p:nvSpPr>
          <p:spPr>
            <a:xfrm>
              <a:off x="1296" y="2592"/>
              <a:ext cx="384" cy="0"/>
            </a:xfrm>
            <a:prstGeom prst="line">
              <a:avLst/>
            </a:prstGeom>
            <a:ln w="19050" cap="flat" cmpd="sng">
              <a:solidFill>
                <a:schemeClr val="accent1"/>
              </a:solidFill>
              <a:prstDash val="solid"/>
              <a:round/>
              <a:headEnd type="none" w="lg" len="med"/>
              <a:tailEnd type="none" w="lg" len="med"/>
            </a:ln>
          </p:spPr>
        </p:sp>
        <p:sp>
          <p:nvSpPr>
            <p:cNvPr id="61460" name="直接连接符 703508"/>
            <p:cNvSpPr/>
            <p:nvPr/>
          </p:nvSpPr>
          <p:spPr>
            <a:xfrm>
              <a:off x="2736" y="2592"/>
              <a:ext cx="384" cy="0"/>
            </a:xfrm>
            <a:prstGeom prst="line">
              <a:avLst/>
            </a:prstGeom>
            <a:ln w="19050" cap="flat" cmpd="sng">
              <a:solidFill>
                <a:schemeClr val="accent1"/>
              </a:solidFill>
              <a:prstDash val="solid"/>
              <a:round/>
              <a:headEnd type="none" w="lg" len="med"/>
              <a:tailEnd type="none" w="lg" len="med"/>
            </a:ln>
          </p:spPr>
        </p:sp>
        <p:sp>
          <p:nvSpPr>
            <p:cNvPr id="61461" name="直接连接符 703509"/>
            <p:cNvSpPr/>
            <p:nvPr/>
          </p:nvSpPr>
          <p:spPr>
            <a:xfrm>
              <a:off x="4176" y="2592"/>
              <a:ext cx="384" cy="0"/>
            </a:xfrm>
            <a:prstGeom prst="line">
              <a:avLst/>
            </a:prstGeom>
            <a:ln w="19050" cap="flat" cmpd="sng">
              <a:solidFill>
                <a:schemeClr val="accent1"/>
              </a:solidFill>
              <a:prstDash val="solid"/>
              <a:round/>
              <a:headEnd type="none" w="lg" len="med"/>
              <a:tailEnd type="none" w="lg" len="med"/>
            </a:ln>
          </p:spPr>
        </p:sp>
      </p:grpSp>
      <p:grpSp>
        <p:nvGrpSpPr>
          <p:cNvPr id="703511" name="组合 703510"/>
          <p:cNvGrpSpPr/>
          <p:nvPr/>
        </p:nvGrpSpPr>
        <p:grpSpPr>
          <a:xfrm>
            <a:off x="1219200" y="3414713"/>
            <a:ext cx="7086600" cy="914400"/>
            <a:chOff x="768" y="1776"/>
            <a:chExt cx="4464" cy="576"/>
          </a:xfrm>
        </p:grpSpPr>
        <p:sp>
          <p:nvSpPr>
            <p:cNvPr id="61463" name="直接连接符 703511"/>
            <p:cNvSpPr/>
            <p:nvPr/>
          </p:nvSpPr>
          <p:spPr>
            <a:xfrm>
              <a:off x="768" y="2064"/>
              <a:ext cx="3408" cy="0"/>
            </a:xfrm>
            <a:prstGeom prst="line">
              <a:avLst/>
            </a:prstGeom>
            <a:ln w="19050" cap="flat" cmpd="sng">
              <a:solidFill>
                <a:schemeClr val="tx2"/>
              </a:solidFill>
              <a:prstDash val="solid"/>
              <a:round/>
              <a:headEnd type="none" w="med" len="med"/>
              <a:tailEnd type="none" w="med" len="med"/>
            </a:ln>
          </p:spPr>
        </p:sp>
        <p:sp>
          <p:nvSpPr>
            <p:cNvPr id="61464" name="直接连接符 703512"/>
            <p:cNvSpPr/>
            <p:nvPr/>
          </p:nvSpPr>
          <p:spPr>
            <a:xfrm>
              <a:off x="1872" y="1776"/>
              <a:ext cx="0" cy="288"/>
            </a:xfrm>
            <a:prstGeom prst="line">
              <a:avLst/>
            </a:prstGeom>
            <a:ln w="19050" cap="flat" cmpd="sng">
              <a:solidFill>
                <a:schemeClr val="tx2"/>
              </a:solidFill>
              <a:prstDash val="solid"/>
              <a:round/>
              <a:headEnd type="none" w="med" len="med"/>
              <a:tailEnd type="triangle" w="med" len="med"/>
            </a:ln>
          </p:spPr>
        </p:sp>
        <p:sp>
          <p:nvSpPr>
            <p:cNvPr id="61465" name="直接连接符 703513"/>
            <p:cNvSpPr/>
            <p:nvPr/>
          </p:nvSpPr>
          <p:spPr>
            <a:xfrm>
              <a:off x="2208" y="2064"/>
              <a:ext cx="0" cy="288"/>
            </a:xfrm>
            <a:prstGeom prst="line">
              <a:avLst/>
            </a:prstGeom>
            <a:ln w="19050" cap="flat" cmpd="sng">
              <a:solidFill>
                <a:schemeClr val="tx2"/>
              </a:solidFill>
              <a:prstDash val="solid"/>
              <a:round/>
              <a:headEnd type="none" w="med" len="med"/>
              <a:tailEnd type="triangle" w="med" len="med"/>
            </a:ln>
          </p:spPr>
        </p:sp>
        <p:sp>
          <p:nvSpPr>
            <p:cNvPr id="61466" name="直接连接符 703514"/>
            <p:cNvSpPr/>
            <p:nvPr/>
          </p:nvSpPr>
          <p:spPr>
            <a:xfrm>
              <a:off x="768" y="2064"/>
              <a:ext cx="0" cy="288"/>
            </a:xfrm>
            <a:prstGeom prst="line">
              <a:avLst/>
            </a:prstGeom>
            <a:ln w="19050" cap="flat" cmpd="sng">
              <a:solidFill>
                <a:schemeClr val="tx2"/>
              </a:solidFill>
              <a:prstDash val="solid"/>
              <a:round/>
              <a:headEnd type="none" w="med" len="med"/>
              <a:tailEnd type="triangle" w="med" len="med"/>
            </a:ln>
          </p:spPr>
        </p:sp>
        <p:sp>
          <p:nvSpPr>
            <p:cNvPr id="61467" name="直接连接符 703515"/>
            <p:cNvSpPr/>
            <p:nvPr/>
          </p:nvSpPr>
          <p:spPr>
            <a:xfrm>
              <a:off x="3648" y="2064"/>
              <a:ext cx="0" cy="288"/>
            </a:xfrm>
            <a:prstGeom prst="line">
              <a:avLst/>
            </a:prstGeom>
            <a:ln w="19050" cap="flat" cmpd="sng">
              <a:solidFill>
                <a:schemeClr val="tx2"/>
              </a:solidFill>
              <a:prstDash val="solid"/>
              <a:round/>
              <a:headEnd type="none" w="med" len="med"/>
              <a:tailEnd type="triangle" w="med" len="med"/>
            </a:ln>
          </p:spPr>
        </p:sp>
        <p:sp>
          <p:nvSpPr>
            <p:cNvPr id="61468" name="直接连接符 703516"/>
            <p:cNvSpPr/>
            <p:nvPr/>
          </p:nvSpPr>
          <p:spPr>
            <a:xfrm>
              <a:off x="4176" y="2064"/>
              <a:ext cx="1056" cy="0"/>
            </a:xfrm>
            <a:prstGeom prst="line">
              <a:avLst/>
            </a:prstGeom>
            <a:ln w="19050" cap="flat" cmpd="sng">
              <a:solidFill>
                <a:schemeClr val="tx2"/>
              </a:solidFill>
              <a:prstDash val="sysDot"/>
              <a:round/>
              <a:headEnd type="none" w="med" len="med"/>
              <a:tailEnd type="none" w="med" len="med"/>
            </a:ln>
          </p:spPr>
        </p:sp>
      </p:grpSp>
      <p:grpSp>
        <p:nvGrpSpPr>
          <p:cNvPr id="703518" name="组合 703517"/>
          <p:cNvGrpSpPr/>
          <p:nvPr/>
        </p:nvGrpSpPr>
        <p:grpSpPr>
          <a:xfrm>
            <a:off x="2971800" y="2119313"/>
            <a:ext cx="5715000" cy="533400"/>
            <a:chOff x="1872" y="960"/>
            <a:chExt cx="3600" cy="336"/>
          </a:xfrm>
        </p:grpSpPr>
        <p:sp>
          <p:nvSpPr>
            <p:cNvPr id="61470" name="直接连接符 703518"/>
            <p:cNvSpPr/>
            <p:nvPr/>
          </p:nvSpPr>
          <p:spPr>
            <a:xfrm>
              <a:off x="1872" y="960"/>
              <a:ext cx="3168" cy="0"/>
            </a:xfrm>
            <a:prstGeom prst="line">
              <a:avLst/>
            </a:prstGeom>
            <a:ln w="19050" cap="flat" cmpd="sng">
              <a:solidFill>
                <a:schemeClr val="tx2"/>
              </a:solidFill>
              <a:prstDash val="solid"/>
              <a:round/>
              <a:headEnd type="none" w="med" len="med"/>
              <a:tailEnd type="none" w="med" len="med"/>
            </a:ln>
          </p:spPr>
        </p:sp>
        <p:sp>
          <p:nvSpPr>
            <p:cNvPr id="61471" name="直接连接符 703519"/>
            <p:cNvSpPr/>
            <p:nvPr/>
          </p:nvSpPr>
          <p:spPr>
            <a:xfrm>
              <a:off x="1872" y="960"/>
              <a:ext cx="0" cy="336"/>
            </a:xfrm>
            <a:prstGeom prst="line">
              <a:avLst/>
            </a:prstGeom>
            <a:ln w="19050" cap="flat" cmpd="sng">
              <a:solidFill>
                <a:schemeClr val="tx2"/>
              </a:solidFill>
              <a:prstDash val="solid"/>
              <a:round/>
              <a:headEnd type="none" w="med" len="med"/>
              <a:tailEnd type="triangle" w="med" len="med"/>
            </a:ln>
          </p:spPr>
        </p:sp>
        <p:sp>
          <p:nvSpPr>
            <p:cNvPr id="61472" name="直接连接符 703520"/>
            <p:cNvSpPr/>
            <p:nvPr/>
          </p:nvSpPr>
          <p:spPr>
            <a:xfrm>
              <a:off x="3360" y="960"/>
              <a:ext cx="0" cy="336"/>
            </a:xfrm>
            <a:prstGeom prst="line">
              <a:avLst/>
            </a:prstGeom>
            <a:ln w="19050" cap="flat" cmpd="sng">
              <a:solidFill>
                <a:schemeClr val="tx2"/>
              </a:solidFill>
              <a:prstDash val="solid"/>
              <a:round/>
              <a:headEnd type="none" w="med" len="med"/>
              <a:tailEnd type="triangle" w="med" len="med"/>
            </a:ln>
          </p:spPr>
        </p:sp>
        <p:sp>
          <p:nvSpPr>
            <p:cNvPr id="61473" name="直接连接符 703521"/>
            <p:cNvSpPr/>
            <p:nvPr/>
          </p:nvSpPr>
          <p:spPr>
            <a:xfrm>
              <a:off x="4800" y="960"/>
              <a:ext cx="0" cy="336"/>
            </a:xfrm>
            <a:prstGeom prst="line">
              <a:avLst/>
            </a:prstGeom>
            <a:ln w="19050" cap="flat" cmpd="sng">
              <a:solidFill>
                <a:schemeClr val="tx2"/>
              </a:solidFill>
              <a:prstDash val="solid"/>
              <a:round/>
              <a:headEnd type="none" w="med" len="med"/>
              <a:tailEnd type="triangle" w="med" len="med"/>
            </a:ln>
          </p:spPr>
        </p:sp>
        <p:sp>
          <p:nvSpPr>
            <p:cNvPr id="61474" name="直接连接符 703522"/>
            <p:cNvSpPr/>
            <p:nvPr/>
          </p:nvSpPr>
          <p:spPr>
            <a:xfrm>
              <a:off x="5040" y="960"/>
              <a:ext cx="432" cy="0"/>
            </a:xfrm>
            <a:prstGeom prst="line">
              <a:avLst/>
            </a:prstGeom>
            <a:ln w="19050" cap="flat" cmpd="sng">
              <a:solidFill>
                <a:schemeClr val="tx2"/>
              </a:solidFill>
              <a:prstDash val="sysDot"/>
              <a:round/>
              <a:headEnd type="none" w="med" len="med"/>
              <a:tailEnd type="none" w="med" len="med"/>
            </a:ln>
          </p:spPr>
        </p:sp>
      </p:grpSp>
      <p:grpSp>
        <p:nvGrpSpPr>
          <p:cNvPr id="703524" name="组合 703523"/>
          <p:cNvGrpSpPr/>
          <p:nvPr/>
        </p:nvGrpSpPr>
        <p:grpSpPr>
          <a:xfrm>
            <a:off x="3962400" y="1662113"/>
            <a:ext cx="609600" cy="457200"/>
            <a:chOff x="2496" y="672"/>
            <a:chExt cx="384" cy="288"/>
          </a:xfrm>
        </p:grpSpPr>
        <p:sp>
          <p:nvSpPr>
            <p:cNvPr id="61476" name="直接连接符 703524"/>
            <p:cNvSpPr/>
            <p:nvPr/>
          </p:nvSpPr>
          <p:spPr>
            <a:xfrm>
              <a:off x="2496" y="672"/>
              <a:ext cx="0" cy="288"/>
            </a:xfrm>
            <a:prstGeom prst="line">
              <a:avLst/>
            </a:prstGeom>
            <a:ln w="19050" cap="flat" cmpd="sng">
              <a:solidFill>
                <a:schemeClr val="tx2"/>
              </a:solidFill>
              <a:prstDash val="solid"/>
              <a:round/>
              <a:headEnd type="none" w="med" len="med"/>
              <a:tailEnd type="triangle" w="med" len="med"/>
            </a:ln>
          </p:spPr>
        </p:sp>
        <p:sp>
          <p:nvSpPr>
            <p:cNvPr id="61477" name="文本框 703525"/>
            <p:cNvSpPr txBox="1"/>
            <p:nvPr/>
          </p:nvSpPr>
          <p:spPr>
            <a:xfrm>
              <a:off x="2544" y="672"/>
              <a:ext cx="336" cy="288"/>
            </a:xfrm>
            <a:prstGeom prst="rect">
              <a:avLst/>
            </a:prstGeom>
            <a:noFill/>
            <a:ln w="9525">
              <a:noFill/>
            </a:ln>
          </p:spPr>
          <p:txBody>
            <a:bodyPr anchor="t" anchorCtr="0">
              <a:spAutoFit/>
            </a:bodyPr>
            <a:lstStyle/>
            <a:p>
              <a:r>
                <a:rPr lang="zh-CN" altLang="en-US" b="1" dirty="0">
                  <a:latin typeface="Times New Roman" panose="02020603050405020304" pitchFamily="18" charset="0"/>
                  <a:ea typeface="宋体" panose="02010600030101010101" pitchFamily="2" charset="-122"/>
                </a:rPr>
                <a:t>是</a:t>
              </a:r>
            </a:p>
          </p:txBody>
        </p:sp>
      </p:grpSp>
      <p:grpSp>
        <p:nvGrpSpPr>
          <p:cNvPr id="703527" name="组合 703526"/>
          <p:cNvGrpSpPr/>
          <p:nvPr/>
        </p:nvGrpSpPr>
        <p:grpSpPr>
          <a:xfrm>
            <a:off x="5105400" y="1052513"/>
            <a:ext cx="1219200" cy="457200"/>
            <a:chOff x="3216" y="288"/>
            <a:chExt cx="768" cy="288"/>
          </a:xfrm>
        </p:grpSpPr>
        <p:sp>
          <p:nvSpPr>
            <p:cNvPr id="61479" name="直接连接符 703527"/>
            <p:cNvSpPr/>
            <p:nvPr/>
          </p:nvSpPr>
          <p:spPr>
            <a:xfrm>
              <a:off x="3216" y="432"/>
              <a:ext cx="384" cy="0"/>
            </a:xfrm>
            <a:prstGeom prst="line">
              <a:avLst/>
            </a:prstGeom>
            <a:ln w="19050" cap="flat" cmpd="sng">
              <a:solidFill>
                <a:schemeClr val="tx2"/>
              </a:solidFill>
              <a:prstDash val="solid"/>
              <a:round/>
              <a:headEnd type="none" w="med" len="med"/>
              <a:tailEnd type="triangle" w="lg" len="med"/>
            </a:ln>
          </p:spPr>
        </p:sp>
        <p:sp>
          <p:nvSpPr>
            <p:cNvPr id="61480" name="文本框 703528"/>
            <p:cNvSpPr txBox="1"/>
            <p:nvPr/>
          </p:nvSpPr>
          <p:spPr>
            <a:xfrm>
              <a:off x="3648" y="288"/>
              <a:ext cx="336" cy="288"/>
            </a:xfrm>
            <a:prstGeom prst="rect">
              <a:avLst/>
            </a:prstGeom>
            <a:noFill/>
            <a:ln w="9525">
              <a:noFill/>
            </a:ln>
          </p:spPr>
          <p:txBody>
            <a:bodyPr anchor="t" anchorCtr="0">
              <a:spAutoFit/>
            </a:bodyPr>
            <a:lstStyle/>
            <a:p>
              <a:r>
                <a:rPr lang="zh-CN" altLang="en-US" b="1" dirty="0">
                  <a:latin typeface="Times New Roman" panose="02020603050405020304" pitchFamily="18" charset="0"/>
                  <a:ea typeface="宋体" panose="02010600030101010101" pitchFamily="2" charset="-122"/>
                </a:rPr>
                <a:t>否</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03498"/>
                                        </p:tgtEl>
                                        <p:attrNameLst>
                                          <p:attrName>style.visibility</p:attrName>
                                        </p:attrNameLst>
                                      </p:cBhvr>
                                      <p:to>
                                        <p:strVal val="visible"/>
                                      </p:to>
                                    </p:set>
                                    <p:anim calcmode="lin" valueType="num">
                                      <p:cBhvr additive="base">
                                        <p:cTn id="7" dur="500" fill="hold"/>
                                        <p:tgtEl>
                                          <p:spTgt spid="703498"/>
                                        </p:tgtEl>
                                        <p:attrNameLst>
                                          <p:attrName>ppt_x</p:attrName>
                                        </p:attrNameLst>
                                      </p:cBhvr>
                                      <p:tavLst>
                                        <p:tav tm="0">
                                          <p:val>
                                            <p:strVal val="0-#ppt_w/2"/>
                                          </p:val>
                                        </p:tav>
                                        <p:tav tm="100000">
                                          <p:val>
                                            <p:strVal val="#ppt_x"/>
                                          </p:val>
                                        </p:tav>
                                      </p:tavLst>
                                    </p:anim>
                                    <p:anim calcmode="lin" valueType="num">
                                      <p:cBhvr additive="base">
                                        <p:cTn id="8" dur="500" fill="hold"/>
                                        <p:tgtEl>
                                          <p:spTgt spid="7034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703524"/>
                                        </p:tgtEl>
                                        <p:attrNameLst>
                                          <p:attrName>style.visibility</p:attrName>
                                        </p:attrNameLst>
                                      </p:cBhvr>
                                      <p:to>
                                        <p:strVal val="visible"/>
                                      </p:to>
                                    </p:set>
                                    <p:anim calcmode="lin" valueType="num">
                                      <p:cBhvr additive="base">
                                        <p:cTn id="13" dur="500" fill="hold"/>
                                        <p:tgtEl>
                                          <p:spTgt spid="703524"/>
                                        </p:tgtEl>
                                        <p:attrNameLst>
                                          <p:attrName>ppt_x</p:attrName>
                                        </p:attrNameLst>
                                      </p:cBhvr>
                                      <p:tavLst>
                                        <p:tav tm="0">
                                          <p:val>
                                            <p:strVal val="#ppt_x"/>
                                          </p:val>
                                        </p:tav>
                                        <p:tav tm="100000">
                                          <p:val>
                                            <p:strVal val="#ppt_x"/>
                                          </p:val>
                                        </p:tav>
                                      </p:tavLst>
                                    </p:anim>
                                    <p:anim calcmode="lin" valueType="num">
                                      <p:cBhvr additive="base">
                                        <p:cTn id="14" dur="500" fill="hold"/>
                                        <p:tgtEl>
                                          <p:spTgt spid="703524"/>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03527"/>
                                        </p:tgtEl>
                                        <p:attrNameLst>
                                          <p:attrName>style.visibility</p:attrName>
                                        </p:attrNameLst>
                                      </p:cBhvr>
                                      <p:to>
                                        <p:strVal val="visible"/>
                                      </p:to>
                                    </p:set>
                                    <p:anim calcmode="lin" valueType="num">
                                      <p:cBhvr additive="base">
                                        <p:cTn id="19" dur="500" fill="hold"/>
                                        <p:tgtEl>
                                          <p:spTgt spid="703527"/>
                                        </p:tgtEl>
                                        <p:attrNameLst>
                                          <p:attrName>ppt_x</p:attrName>
                                        </p:attrNameLst>
                                      </p:cBhvr>
                                      <p:tavLst>
                                        <p:tav tm="0">
                                          <p:val>
                                            <p:strVal val="0-#ppt_w/2"/>
                                          </p:val>
                                        </p:tav>
                                        <p:tav tm="100000">
                                          <p:val>
                                            <p:strVal val="#ppt_x"/>
                                          </p:val>
                                        </p:tav>
                                      </p:tavLst>
                                    </p:anim>
                                    <p:anim calcmode="lin" valueType="num">
                                      <p:cBhvr additive="base">
                                        <p:cTn id="20" dur="500" fill="hold"/>
                                        <p:tgtEl>
                                          <p:spTgt spid="70352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03518"/>
                                        </p:tgtEl>
                                        <p:attrNameLst>
                                          <p:attrName>style.visibility</p:attrName>
                                        </p:attrNameLst>
                                      </p:cBhvr>
                                      <p:to>
                                        <p:strVal val="visible"/>
                                      </p:to>
                                    </p:set>
                                    <p:anim calcmode="lin" valueType="num">
                                      <p:cBhvr additive="base">
                                        <p:cTn id="25" dur="500" fill="hold"/>
                                        <p:tgtEl>
                                          <p:spTgt spid="703518"/>
                                        </p:tgtEl>
                                        <p:attrNameLst>
                                          <p:attrName>ppt_x</p:attrName>
                                        </p:attrNameLst>
                                      </p:cBhvr>
                                      <p:tavLst>
                                        <p:tav tm="0">
                                          <p:val>
                                            <p:strVal val="0-#ppt_w/2"/>
                                          </p:val>
                                        </p:tav>
                                        <p:tav tm="100000">
                                          <p:val>
                                            <p:strVal val="#ppt_x"/>
                                          </p:val>
                                        </p:tav>
                                      </p:tavLst>
                                    </p:anim>
                                    <p:anim calcmode="lin" valueType="num">
                                      <p:cBhvr additive="base">
                                        <p:cTn id="26" dur="500" fill="hold"/>
                                        <p:tgtEl>
                                          <p:spTgt spid="70351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703492"/>
                                        </p:tgtEl>
                                        <p:attrNameLst>
                                          <p:attrName>style.visibility</p:attrName>
                                        </p:attrNameLst>
                                      </p:cBhvr>
                                      <p:to>
                                        <p:strVal val="visible"/>
                                      </p:to>
                                    </p:set>
                                    <p:anim calcmode="lin" valueType="num">
                                      <p:cBhvr additive="base">
                                        <p:cTn id="31" dur="500" fill="hold"/>
                                        <p:tgtEl>
                                          <p:spTgt spid="703492"/>
                                        </p:tgtEl>
                                        <p:attrNameLst>
                                          <p:attrName>ppt_x</p:attrName>
                                        </p:attrNameLst>
                                      </p:cBhvr>
                                      <p:tavLst>
                                        <p:tav tm="0">
                                          <p:val>
                                            <p:strVal val="#ppt_x"/>
                                          </p:val>
                                        </p:tav>
                                        <p:tav tm="100000">
                                          <p:val>
                                            <p:strVal val="#ppt_x"/>
                                          </p:val>
                                        </p:tav>
                                      </p:tavLst>
                                    </p:anim>
                                    <p:anim calcmode="lin" valueType="num">
                                      <p:cBhvr additive="base">
                                        <p:cTn id="32" dur="500" fill="hold"/>
                                        <p:tgtEl>
                                          <p:spTgt spid="703492"/>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703495"/>
                                        </p:tgtEl>
                                        <p:attrNameLst>
                                          <p:attrName>style.visibility</p:attrName>
                                        </p:attrNameLst>
                                      </p:cBhvr>
                                      <p:to>
                                        <p:strVal val="visible"/>
                                      </p:to>
                                    </p:set>
                                    <p:anim calcmode="lin" valueType="num">
                                      <p:cBhvr additive="base">
                                        <p:cTn id="37" dur="500" fill="hold"/>
                                        <p:tgtEl>
                                          <p:spTgt spid="703495"/>
                                        </p:tgtEl>
                                        <p:attrNameLst>
                                          <p:attrName>ppt_x</p:attrName>
                                        </p:attrNameLst>
                                      </p:cBhvr>
                                      <p:tavLst>
                                        <p:tav tm="0">
                                          <p:val>
                                            <p:strVal val="#ppt_x"/>
                                          </p:val>
                                        </p:tav>
                                        <p:tav tm="100000">
                                          <p:val>
                                            <p:strVal val="#ppt_x"/>
                                          </p:val>
                                        </p:tav>
                                      </p:tavLst>
                                    </p:anim>
                                    <p:anim calcmode="lin" valueType="num">
                                      <p:cBhvr additive="base">
                                        <p:cTn id="38" dur="500" fill="hold"/>
                                        <p:tgtEl>
                                          <p:spTgt spid="703495"/>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grpId="0" nodeType="clickEffect">
                                  <p:stCondLst>
                                    <p:cond delay="0"/>
                                  </p:stCondLst>
                                  <p:childTnLst>
                                    <p:set>
                                      <p:cBhvr>
                                        <p:cTn id="42" dur="1" fill="hold">
                                          <p:stCondLst>
                                            <p:cond delay="0"/>
                                          </p:stCondLst>
                                        </p:cTn>
                                        <p:tgtEl>
                                          <p:spTgt spid="703494"/>
                                        </p:tgtEl>
                                        <p:attrNameLst>
                                          <p:attrName>style.visibility</p:attrName>
                                        </p:attrNameLst>
                                      </p:cBhvr>
                                      <p:to>
                                        <p:strVal val="visible"/>
                                      </p:to>
                                    </p:set>
                                    <p:anim calcmode="lin" valueType="num">
                                      <p:cBhvr additive="base">
                                        <p:cTn id="43" dur="500" fill="hold"/>
                                        <p:tgtEl>
                                          <p:spTgt spid="703494"/>
                                        </p:tgtEl>
                                        <p:attrNameLst>
                                          <p:attrName>ppt_x</p:attrName>
                                        </p:attrNameLst>
                                      </p:cBhvr>
                                      <p:tavLst>
                                        <p:tav tm="0">
                                          <p:val>
                                            <p:strVal val="#ppt_x"/>
                                          </p:val>
                                        </p:tav>
                                        <p:tav tm="100000">
                                          <p:val>
                                            <p:strVal val="#ppt_x"/>
                                          </p:val>
                                        </p:tav>
                                      </p:tavLst>
                                    </p:anim>
                                    <p:anim calcmode="lin" valueType="num">
                                      <p:cBhvr additive="base">
                                        <p:cTn id="44" dur="500" fill="hold"/>
                                        <p:tgtEl>
                                          <p:spTgt spid="703494"/>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703501"/>
                                        </p:tgtEl>
                                        <p:attrNameLst>
                                          <p:attrName>style.visibility</p:attrName>
                                        </p:attrNameLst>
                                      </p:cBhvr>
                                      <p:to>
                                        <p:strVal val="visible"/>
                                      </p:to>
                                    </p:set>
                                    <p:anim calcmode="lin" valueType="num">
                                      <p:cBhvr additive="base">
                                        <p:cTn id="49" dur="500" fill="hold"/>
                                        <p:tgtEl>
                                          <p:spTgt spid="703501"/>
                                        </p:tgtEl>
                                        <p:attrNameLst>
                                          <p:attrName>ppt_x</p:attrName>
                                        </p:attrNameLst>
                                      </p:cBhvr>
                                      <p:tavLst>
                                        <p:tav tm="0">
                                          <p:val>
                                            <p:strVal val="0-#ppt_w/2"/>
                                          </p:val>
                                        </p:tav>
                                        <p:tav tm="100000">
                                          <p:val>
                                            <p:strVal val="#ppt_x"/>
                                          </p:val>
                                        </p:tav>
                                      </p:tavLst>
                                    </p:anim>
                                    <p:anim calcmode="lin" valueType="num">
                                      <p:cBhvr additive="base">
                                        <p:cTn id="50" dur="500" fill="hold"/>
                                        <p:tgtEl>
                                          <p:spTgt spid="703501"/>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703511"/>
                                        </p:tgtEl>
                                        <p:attrNameLst>
                                          <p:attrName>style.visibility</p:attrName>
                                        </p:attrNameLst>
                                      </p:cBhvr>
                                      <p:to>
                                        <p:strVal val="visible"/>
                                      </p:to>
                                    </p:set>
                                    <p:anim calcmode="lin" valueType="num">
                                      <p:cBhvr additive="base">
                                        <p:cTn id="55" dur="500" fill="hold"/>
                                        <p:tgtEl>
                                          <p:spTgt spid="703511"/>
                                        </p:tgtEl>
                                        <p:attrNameLst>
                                          <p:attrName>ppt_x</p:attrName>
                                        </p:attrNameLst>
                                      </p:cBhvr>
                                      <p:tavLst>
                                        <p:tav tm="0">
                                          <p:val>
                                            <p:strVal val="0-#ppt_w/2"/>
                                          </p:val>
                                        </p:tav>
                                        <p:tav tm="100000">
                                          <p:val>
                                            <p:strVal val="#ppt_x"/>
                                          </p:val>
                                        </p:tav>
                                      </p:tavLst>
                                    </p:anim>
                                    <p:anim calcmode="lin" valueType="num">
                                      <p:cBhvr additive="base">
                                        <p:cTn id="56" dur="500" fill="hold"/>
                                        <p:tgtEl>
                                          <p:spTgt spid="703511"/>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703493"/>
                                        </p:tgtEl>
                                        <p:attrNameLst>
                                          <p:attrName>style.visibility</p:attrName>
                                        </p:attrNameLst>
                                      </p:cBhvr>
                                      <p:to>
                                        <p:strVal val="visible"/>
                                      </p:to>
                                    </p:set>
                                    <p:anim calcmode="lin" valueType="num">
                                      <p:cBhvr additive="base">
                                        <p:cTn id="61" dur="500" fill="hold"/>
                                        <p:tgtEl>
                                          <p:spTgt spid="703493"/>
                                        </p:tgtEl>
                                        <p:attrNameLst>
                                          <p:attrName>ppt_x</p:attrName>
                                        </p:attrNameLst>
                                      </p:cBhvr>
                                      <p:tavLst>
                                        <p:tav tm="0">
                                          <p:val>
                                            <p:strVal val="0-#ppt_w/2"/>
                                          </p:val>
                                        </p:tav>
                                        <p:tav tm="100000">
                                          <p:val>
                                            <p:strVal val="#ppt_x"/>
                                          </p:val>
                                        </p:tav>
                                      </p:tavLst>
                                    </p:anim>
                                    <p:anim calcmode="lin" valueType="num">
                                      <p:cBhvr additive="base">
                                        <p:cTn id="62" dur="500" fill="hold"/>
                                        <p:tgtEl>
                                          <p:spTgt spid="703493"/>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703496"/>
                                        </p:tgtEl>
                                        <p:attrNameLst>
                                          <p:attrName>style.visibility</p:attrName>
                                        </p:attrNameLst>
                                      </p:cBhvr>
                                      <p:to>
                                        <p:strVal val="visible"/>
                                      </p:to>
                                    </p:set>
                                    <p:anim calcmode="lin" valueType="num">
                                      <p:cBhvr additive="base">
                                        <p:cTn id="67" dur="500" fill="hold"/>
                                        <p:tgtEl>
                                          <p:spTgt spid="703496"/>
                                        </p:tgtEl>
                                        <p:attrNameLst>
                                          <p:attrName>ppt_x</p:attrName>
                                        </p:attrNameLst>
                                      </p:cBhvr>
                                      <p:tavLst>
                                        <p:tav tm="0">
                                          <p:val>
                                            <p:strVal val="0-#ppt_w/2"/>
                                          </p:val>
                                        </p:tav>
                                        <p:tav tm="100000">
                                          <p:val>
                                            <p:strVal val="#ppt_x"/>
                                          </p:val>
                                        </p:tav>
                                      </p:tavLst>
                                    </p:anim>
                                    <p:anim calcmode="lin" valueType="num">
                                      <p:cBhvr additive="base">
                                        <p:cTn id="68" dur="500" fill="hold"/>
                                        <p:tgtEl>
                                          <p:spTgt spid="703496"/>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703497"/>
                                        </p:tgtEl>
                                        <p:attrNameLst>
                                          <p:attrName>style.visibility</p:attrName>
                                        </p:attrNameLst>
                                      </p:cBhvr>
                                      <p:to>
                                        <p:strVal val="visible"/>
                                      </p:to>
                                    </p:set>
                                    <p:anim calcmode="lin" valueType="num">
                                      <p:cBhvr additive="base">
                                        <p:cTn id="73" dur="500" fill="hold"/>
                                        <p:tgtEl>
                                          <p:spTgt spid="703497"/>
                                        </p:tgtEl>
                                        <p:attrNameLst>
                                          <p:attrName>ppt_x</p:attrName>
                                        </p:attrNameLst>
                                      </p:cBhvr>
                                      <p:tavLst>
                                        <p:tav tm="0">
                                          <p:val>
                                            <p:strVal val="0-#ppt_w/2"/>
                                          </p:val>
                                        </p:tav>
                                        <p:tav tm="100000">
                                          <p:val>
                                            <p:strVal val="#ppt_x"/>
                                          </p:val>
                                        </p:tav>
                                      </p:tavLst>
                                    </p:anim>
                                    <p:anim calcmode="lin" valueType="num">
                                      <p:cBhvr additive="base">
                                        <p:cTn id="74" dur="500" fill="hold"/>
                                        <p:tgtEl>
                                          <p:spTgt spid="703497"/>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nodeType="clickEffect">
                                  <p:stCondLst>
                                    <p:cond delay="0"/>
                                  </p:stCondLst>
                                  <p:childTnLst>
                                    <p:set>
                                      <p:cBhvr>
                                        <p:cTn id="78" dur="1" fill="hold">
                                          <p:stCondLst>
                                            <p:cond delay="0"/>
                                          </p:stCondLst>
                                        </p:cTn>
                                        <p:tgtEl>
                                          <p:spTgt spid="703506"/>
                                        </p:tgtEl>
                                        <p:attrNameLst>
                                          <p:attrName>style.visibility</p:attrName>
                                        </p:attrNameLst>
                                      </p:cBhvr>
                                      <p:to>
                                        <p:strVal val="visible"/>
                                      </p:to>
                                    </p:set>
                                    <p:anim calcmode="lin" valueType="num">
                                      <p:cBhvr additive="base">
                                        <p:cTn id="79" dur="500" fill="hold"/>
                                        <p:tgtEl>
                                          <p:spTgt spid="703506"/>
                                        </p:tgtEl>
                                        <p:attrNameLst>
                                          <p:attrName>ppt_x</p:attrName>
                                        </p:attrNameLst>
                                      </p:cBhvr>
                                      <p:tavLst>
                                        <p:tav tm="0">
                                          <p:val>
                                            <p:strVal val="1+#ppt_w/2"/>
                                          </p:val>
                                        </p:tav>
                                        <p:tav tm="100000">
                                          <p:val>
                                            <p:strVal val="#ppt_x"/>
                                          </p:val>
                                        </p:tav>
                                      </p:tavLst>
                                    </p:anim>
                                    <p:anim calcmode="lin" valueType="num">
                                      <p:cBhvr additive="base">
                                        <p:cTn id="80" dur="500" fill="hold"/>
                                        <p:tgtEl>
                                          <p:spTgt spid="703506"/>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703490">
                                            <p:txEl>
                                              <p:pRg st="0" end="0"/>
                                            </p:txEl>
                                          </p:spTgt>
                                        </p:tgtEl>
                                        <p:attrNameLst>
                                          <p:attrName>style.visibility</p:attrName>
                                        </p:attrNameLst>
                                      </p:cBhvr>
                                      <p:to>
                                        <p:strVal val="visible"/>
                                      </p:to>
                                    </p:set>
                                    <p:animEffect transition="in" filter="blinds(horizontal)">
                                      <p:cBhvr>
                                        <p:cTn id="85" dur="500"/>
                                        <p:tgtEl>
                                          <p:spTgt spid="703490">
                                            <p:txEl>
                                              <p:pRg st="0" end="0"/>
                                            </p:txEl>
                                          </p:spTgt>
                                        </p:tgtEl>
                                      </p:cBhvr>
                                    </p:animEffect>
                                  </p:childTnLst>
                                </p:cTn>
                              </p:par>
                            </p:childTnLst>
                          </p:cTn>
                        </p:par>
                        <p:par>
                          <p:cTn id="86" fill="hold">
                            <p:stCondLst>
                              <p:cond delay="500"/>
                            </p:stCondLst>
                            <p:childTnLst>
                              <p:par>
                                <p:cTn id="87" presetID="3" presetClass="entr" presetSubtype="10" fill="hold" grpId="0" nodeType="afterEffect">
                                  <p:stCondLst>
                                    <p:cond delay="0"/>
                                  </p:stCondLst>
                                  <p:childTnLst>
                                    <p:set>
                                      <p:cBhvr>
                                        <p:cTn id="88" dur="1" fill="hold">
                                          <p:stCondLst>
                                            <p:cond delay="0"/>
                                          </p:stCondLst>
                                        </p:cTn>
                                        <p:tgtEl>
                                          <p:spTgt spid="703490">
                                            <p:txEl>
                                              <p:pRg st="1" end="1"/>
                                            </p:txEl>
                                          </p:spTgt>
                                        </p:tgtEl>
                                        <p:attrNameLst>
                                          <p:attrName>style.visibility</p:attrName>
                                        </p:attrNameLst>
                                      </p:cBhvr>
                                      <p:to>
                                        <p:strVal val="visible"/>
                                      </p:to>
                                    </p:set>
                                    <p:animEffect transition="in" filter="blinds(horizontal)">
                                      <p:cBhvr>
                                        <p:cTn id="89" dur="500"/>
                                        <p:tgtEl>
                                          <p:spTgt spid="70349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3490" grpId="0" uiExpand="1" build="p"/>
      <p:bldP spid="703492" grpId="0" animBg="1"/>
      <p:bldP spid="703493" grpId="0" animBg="1"/>
      <p:bldP spid="703494" grpId="0" animBg="1"/>
      <p:bldP spid="703495" grpId="0" animBg="1"/>
      <p:bldP spid="703496" grpId="0" animBg="1"/>
      <p:bldP spid="70349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464897"/>
          <p:cNvSpPr>
            <a:spLocks noGrp="1"/>
          </p:cNvSpPr>
          <p:nvPr>
            <p:ph type="title"/>
          </p:nvPr>
        </p:nvSpPr>
        <p:spPr>
          <a:xfrm>
            <a:off x="1042988" y="476250"/>
            <a:ext cx="6408737" cy="671513"/>
          </a:xfrm>
        </p:spPr>
        <p:txBody>
          <a:bodyPr anchor="ctr" anchorCtr="0"/>
          <a:lstStyle/>
          <a:p>
            <a:r>
              <a:rPr lang="en-US" altLang="zh-CN" sz="4000" b="1" dirty="0">
                <a:solidFill>
                  <a:srgbClr val="000099"/>
                </a:solidFill>
                <a:latin typeface="楷体_GB2312" pitchFamily="49" charset="-122"/>
                <a:ea typeface="楷体_GB2312" pitchFamily="49" charset="-122"/>
              </a:rPr>
              <a:t>1.3 </a:t>
            </a:r>
            <a:r>
              <a:rPr lang="zh-CN" altLang="en-US" sz="4000" b="1" dirty="0">
                <a:solidFill>
                  <a:srgbClr val="000099"/>
                </a:solidFill>
                <a:latin typeface="楷体_GB2312" pitchFamily="49" charset="-122"/>
                <a:ea typeface="楷体_GB2312" pitchFamily="49" charset="-122"/>
              </a:rPr>
              <a:t>计算机的分类与应用</a:t>
            </a:r>
            <a:endParaRPr lang="zh-CN" altLang="en-US" sz="4000" b="1">
              <a:solidFill>
                <a:srgbClr val="000099"/>
              </a:solidFill>
              <a:latin typeface="楷体_GB2312" pitchFamily="49" charset="-122"/>
              <a:ea typeface="楷体_GB2312" pitchFamily="49" charset="-122"/>
            </a:endParaRPr>
          </a:p>
        </p:txBody>
      </p:sp>
      <p:sp>
        <p:nvSpPr>
          <p:cNvPr id="20482" name="文本占位符 464898"/>
          <p:cNvSpPr>
            <a:spLocks noGrp="1"/>
          </p:cNvSpPr>
          <p:nvPr>
            <p:ph idx="1"/>
          </p:nvPr>
        </p:nvSpPr>
        <p:spPr>
          <a:xfrm>
            <a:off x="827088" y="1844675"/>
            <a:ext cx="7780337" cy="1174750"/>
          </a:xfrm>
        </p:spPr>
        <p:txBody>
          <a:bodyPr anchor="t" anchorCtr="0"/>
          <a:lstStyle/>
          <a:p>
            <a:pPr marL="609600" indent="-609600">
              <a:buNone/>
            </a:pPr>
            <a:r>
              <a:rPr lang="en-US" altLang="zh-CN" sz="4400" dirty="0">
                <a:solidFill>
                  <a:srgbClr val="202050"/>
                </a:solidFill>
              </a:rPr>
              <a:t>   </a:t>
            </a:r>
            <a:r>
              <a:rPr lang="zh-CN" altLang="en-US" b="1" dirty="0">
                <a:solidFill>
                  <a:srgbClr val="202050"/>
                </a:solidFill>
              </a:rPr>
              <a:t>计算机从总体上来说分为两大类</a:t>
            </a:r>
            <a:r>
              <a:rPr lang="en-US" altLang="zh-CN" b="1">
                <a:solidFill>
                  <a:srgbClr val="202050"/>
                </a:solidFill>
              </a:rPr>
              <a:t>:</a:t>
            </a:r>
          </a:p>
          <a:p>
            <a:pPr marL="609600" indent="-609600">
              <a:lnSpc>
                <a:spcPct val="130000"/>
              </a:lnSpc>
              <a:buNone/>
            </a:pPr>
            <a:r>
              <a:rPr lang="en-US" altLang="zh-CN" b="1">
                <a:solidFill>
                  <a:srgbClr val="202050"/>
                </a:solidFill>
              </a:rPr>
              <a:t>      		 </a:t>
            </a:r>
            <a:r>
              <a:rPr lang="zh-CN" altLang="en-US" b="1" u="sng" dirty="0">
                <a:solidFill>
                  <a:srgbClr val="FF0000"/>
                </a:solidFill>
              </a:rPr>
              <a:t>模拟计算机</a:t>
            </a:r>
            <a:r>
              <a:rPr lang="zh-CN" altLang="en-US" b="1" dirty="0">
                <a:solidFill>
                  <a:srgbClr val="202050"/>
                </a:solidFill>
              </a:rPr>
              <a:t>和</a:t>
            </a:r>
            <a:r>
              <a:rPr lang="zh-CN" altLang="en-US" b="1" i="1" u="sng" dirty="0">
                <a:solidFill>
                  <a:srgbClr val="FF0000"/>
                </a:solidFill>
              </a:rPr>
              <a:t>数字计算机</a:t>
            </a:r>
            <a:r>
              <a:rPr lang="zh-CN" altLang="en-US" b="1">
                <a:solidFill>
                  <a:srgbClr val="202050"/>
                </a:solidFill>
              </a:rPr>
              <a:t>。</a:t>
            </a:r>
            <a:endParaRPr lang="zh-CN" altLang="en-US" b="1"/>
          </a:p>
        </p:txBody>
      </p:sp>
      <p:sp>
        <p:nvSpPr>
          <p:cNvPr id="20483" name="文本框 464899"/>
          <p:cNvSpPr txBox="1"/>
          <p:nvPr/>
        </p:nvSpPr>
        <p:spPr>
          <a:xfrm>
            <a:off x="533400" y="3657600"/>
            <a:ext cx="8229600" cy="457200"/>
          </a:xfrm>
          <a:prstGeom prst="rect">
            <a:avLst/>
          </a:prstGeom>
          <a:noFill/>
          <a:ln w="12700">
            <a:noFill/>
          </a:ln>
        </p:spPr>
        <p:txBody>
          <a:bodyPr anchor="t" anchorCtr="0">
            <a:spAutoFit/>
          </a:bodyPr>
          <a:lstStyle/>
          <a:p>
            <a:endParaRPr lang="zh-CN" altLang="zh-CN" dirty="0">
              <a:latin typeface="Times New Roman" panose="02020603050405020304" pitchFamily="18" charset="0"/>
              <a:ea typeface="宋体" panose="02010600030101010101" pitchFamily="2" charset="-122"/>
            </a:endParaRPr>
          </a:p>
        </p:txBody>
      </p:sp>
      <p:sp>
        <p:nvSpPr>
          <p:cNvPr id="20484" name="文本框 464900"/>
          <p:cNvSpPr txBox="1"/>
          <p:nvPr/>
        </p:nvSpPr>
        <p:spPr>
          <a:xfrm>
            <a:off x="250825" y="3141663"/>
            <a:ext cx="8521700" cy="3040062"/>
          </a:xfrm>
          <a:prstGeom prst="rect">
            <a:avLst/>
          </a:prstGeom>
          <a:noFill/>
          <a:ln w="12700">
            <a:noFill/>
          </a:ln>
        </p:spPr>
        <p:txBody>
          <a:bodyPr anchor="t" anchorCtr="0">
            <a:spAutoFit/>
          </a:bodyPr>
          <a:lstStyle/>
          <a:p>
            <a:pPr>
              <a:spcBef>
                <a:spcPct val="20000"/>
              </a:spcBef>
              <a:buClr>
                <a:schemeClr val="tx2"/>
              </a:buClr>
              <a:buSzPct val="95000"/>
              <a:buFont typeface="Wingdings" panose="05000000000000000000" pitchFamily="2" charset="2"/>
            </a:pPr>
            <a:r>
              <a:rPr lang="zh-CN" altLang="en-US" sz="2800" b="1" u="sng" dirty="0">
                <a:solidFill>
                  <a:srgbClr val="0000FF"/>
                </a:solidFill>
                <a:latin typeface="Times New Roman" panose="02020603050405020304" pitchFamily="18" charset="0"/>
                <a:ea typeface="宋体" panose="02010600030101010101" pitchFamily="2" charset="-122"/>
              </a:rPr>
              <a:t>各自主要特点</a:t>
            </a:r>
            <a:r>
              <a:rPr lang="zh-CN" altLang="en-US" sz="2800" dirty="0">
                <a:solidFill>
                  <a:srgbClr val="0000FF"/>
                </a:solidFill>
                <a:latin typeface="Times New Roman" panose="02020603050405020304" pitchFamily="18" charset="0"/>
                <a:ea typeface="宋体" panose="02010600030101010101" pitchFamily="2" charset="-122"/>
              </a:rPr>
              <a:t>：</a:t>
            </a:r>
          </a:p>
          <a:p>
            <a:pPr algn="just">
              <a:lnSpc>
                <a:spcPct val="110000"/>
              </a:lnSpc>
              <a:spcBef>
                <a:spcPct val="20000"/>
              </a:spcBef>
              <a:buClr>
                <a:schemeClr val="tx2"/>
              </a:buClr>
              <a:buSzPct val="95000"/>
              <a:buFont typeface="Wingdings" panose="05000000000000000000" pitchFamily="2" charset="2"/>
              <a:buChar char="¬"/>
            </a:pPr>
            <a:r>
              <a:rPr lang="zh-CN" altLang="en-US" sz="2800" b="1" dirty="0">
                <a:solidFill>
                  <a:srgbClr val="202050"/>
                </a:solidFill>
                <a:latin typeface="Times New Roman" panose="02020603050405020304" pitchFamily="18" charset="0"/>
                <a:ea typeface="宋体" panose="02010600030101010101" pitchFamily="2" charset="-122"/>
              </a:rPr>
              <a:t>模拟计算机由模拟运算器件构成，其变量由连续量（如：电压、电流等）来表示，运算过程也是连续的</a:t>
            </a:r>
          </a:p>
          <a:p>
            <a:pPr algn="just">
              <a:lnSpc>
                <a:spcPct val="110000"/>
              </a:lnSpc>
              <a:spcBef>
                <a:spcPct val="20000"/>
              </a:spcBef>
              <a:buClr>
                <a:schemeClr val="tx2"/>
              </a:buClr>
              <a:buSzPct val="95000"/>
              <a:buFont typeface="Wingdings" panose="05000000000000000000" pitchFamily="2" charset="2"/>
              <a:buChar char="¬"/>
            </a:pPr>
            <a:r>
              <a:rPr lang="zh-CN" altLang="en-US" sz="2800" b="1" dirty="0">
                <a:solidFill>
                  <a:srgbClr val="202050"/>
                </a:solidFill>
                <a:latin typeface="Times New Roman" panose="02020603050405020304" pitchFamily="18" charset="0"/>
                <a:ea typeface="宋体" panose="02010600030101010101" pitchFamily="2" charset="-122"/>
              </a:rPr>
              <a:t>数字计算机则是由逻辑电子器件构成，其变量为开关量（离散的数字量），采用数字式按位运算，运算模式是离散式的</a:t>
            </a:r>
            <a:endParaRPr lang="zh-CN" altLang="en-US" sz="2800" dirty="0">
              <a:solidFill>
                <a:srgbClr val="202050"/>
              </a:solidFill>
              <a:latin typeface="楷体_GB2312" pitchFamily="49" charset="-122"/>
              <a:ea typeface="楷体_GB2312" pitchFamily="49" charset="-122"/>
            </a:endParaRPr>
          </a:p>
        </p:txBody>
      </p:sp>
      <p:sp>
        <p:nvSpPr>
          <p:cNvPr id="20485" name="文本框 464906"/>
          <p:cNvSpPr txBox="1"/>
          <p:nvPr/>
        </p:nvSpPr>
        <p:spPr>
          <a:xfrm>
            <a:off x="468313" y="1268413"/>
            <a:ext cx="3671887" cy="579437"/>
          </a:xfrm>
          <a:prstGeom prst="rect">
            <a:avLst/>
          </a:prstGeom>
          <a:noFill/>
          <a:ln w="9525">
            <a:noFill/>
          </a:ln>
        </p:spPr>
        <p:txBody>
          <a:bodyPr anchor="t" anchorCtr="0">
            <a:spAutoFit/>
          </a:bodyPr>
          <a:lstStyle/>
          <a:p>
            <a:pPr>
              <a:spcBef>
                <a:spcPct val="50000"/>
              </a:spcBef>
            </a:pPr>
            <a:r>
              <a:rPr lang="zh-CN" altLang="en-US" sz="3200" b="1" dirty="0">
                <a:latin typeface="Arial" panose="020B0604020202020204" pitchFamily="34" charset="0"/>
                <a:ea typeface="宋体" panose="02010600030101010101" pitchFamily="2" charset="-122"/>
              </a:rPr>
              <a:t>一、计算机的分类</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文本占位符 465922"/>
          <p:cNvSpPr>
            <a:spLocks noGrp="1"/>
          </p:cNvSpPr>
          <p:nvPr>
            <p:ph idx="1"/>
          </p:nvPr>
        </p:nvSpPr>
        <p:spPr>
          <a:xfrm>
            <a:off x="1358900" y="601663"/>
            <a:ext cx="6021388" cy="595312"/>
          </a:xfrm>
        </p:spPr>
        <p:txBody>
          <a:bodyPr anchor="t" anchorCtr="0"/>
          <a:lstStyle/>
          <a:p>
            <a:pPr>
              <a:buNone/>
            </a:pPr>
            <a:r>
              <a:rPr lang="zh-CN" altLang="en-US" sz="2800" b="1" dirty="0">
                <a:solidFill>
                  <a:srgbClr val="CC0000"/>
                </a:solidFill>
              </a:rPr>
              <a:t>数字计算机与模拟计算计的主要区别</a:t>
            </a:r>
            <a:endParaRPr lang="zh-CN" altLang="en-US" sz="2800"/>
          </a:p>
        </p:txBody>
      </p:sp>
      <p:graphicFrame>
        <p:nvGraphicFramePr>
          <p:cNvPr id="465964" name="表格 465963"/>
          <p:cNvGraphicFramePr/>
          <p:nvPr/>
        </p:nvGraphicFramePr>
        <p:xfrm>
          <a:off x="374650" y="1484313"/>
          <a:ext cx="8229600" cy="4105275"/>
        </p:xfrm>
        <a:graphic>
          <a:graphicData uri="http://schemas.openxmlformats.org/drawingml/2006/table">
            <a:tbl>
              <a:tblPr/>
              <a:tblGrid>
                <a:gridCol w="28194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609600">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0000FF"/>
                          </a:solidFill>
                        </a:rPr>
                        <a:t>比较内容</a:t>
                      </a:r>
                      <a:endParaRPr lang="zh-CN" altLang="en-US" b="1">
                        <a:solidFill>
                          <a:srgbClr val="0000FF"/>
                        </a:solidFill>
                      </a:endParaRPr>
                    </a:p>
                  </a:txBody>
                  <a:tcPr>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0000FF"/>
                          </a:solidFill>
                        </a:rPr>
                        <a:t>数字计算机</a:t>
                      </a:r>
                      <a:endParaRPr lang="zh-CN" altLang="en-US" b="1">
                        <a:solidFill>
                          <a:srgbClr val="0000FF"/>
                        </a:solidFill>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0000FF"/>
                          </a:solidFill>
                        </a:rPr>
                        <a:t>模拟计算机</a:t>
                      </a:r>
                      <a:endParaRPr lang="zh-CN" altLang="en-US" b="1">
                        <a:solidFill>
                          <a:srgbClr val="0000FF"/>
                        </a:solidFill>
                      </a:endParaRPr>
                    </a:p>
                  </a:txBody>
                  <a:tcPr>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81025">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202050"/>
                          </a:solidFill>
                          <a:ea typeface="楷体_GB2312" pitchFamily="49" charset="-122"/>
                        </a:rPr>
                        <a:t>数据表示方式</a:t>
                      </a:r>
                    </a:p>
                  </a:txBody>
                  <a:tcPr>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FF0000"/>
                          </a:solidFill>
                          <a:ea typeface="楷体_GB2312" pitchFamily="49" charset="-122"/>
                        </a:rPr>
                        <a:t>数字</a:t>
                      </a:r>
                      <a:r>
                        <a:rPr lang="en-US" altLang="zh-CN" b="1" dirty="0">
                          <a:solidFill>
                            <a:srgbClr val="FF0000"/>
                          </a:solidFill>
                          <a:ea typeface="楷体_GB2312" pitchFamily="49" charset="-122"/>
                        </a:rPr>
                        <a:t>0</a:t>
                      </a:r>
                      <a:r>
                        <a:rPr lang="zh-CN" altLang="en-US" b="1" dirty="0">
                          <a:solidFill>
                            <a:srgbClr val="FF0000"/>
                          </a:solidFill>
                          <a:ea typeface="楷体_GB2312" pitchFamily="49" charset="-122"/>
                        </a:rPr>
                        <a:t>和</a:t>
                      </a:r>
                      <a:r>
                        <a:rPr lang="en-US" altLang="zh-CN" b="1">
                          <a:solidFill>
                            <a:srgbClr val="FF0000"/>
                          </a:solidFill>
                          <a:ea typeface="楷体_GB2312" pitchFamily="49" charset="-122"/>
                        </a:rPr>
                        <a:t>1</a:t>
                      </a:r>
                      <a:endParaRPr lang="zh-CN" altLang="en-US" b="1">
                        <a:solidFill>
                          <a:srgbClr val="FF0000"/>
                        </a:solidFill>
                        <a:ea typeface="楷体_GB2312"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202050"/>
                          </a:solidFill>
                          <a:ea typeface="楷体_GB2312" pitchFamily="49" charset="-122"/>
                        </a:rPr>
                        <a:t>电压、电流等</a:t>
                      </a:r>
                      <a:endParaRPr lang="zh-CN" altLang="en-US" b="1">
                        <a:solidFill>
                          <a:srgbClr val="202050"/>
                        </a:solidFill>
                        <a:ea typeface="楷体_GB2312" pitchFamily="49" charset="-122"/>
                      </a:endParaRPr>
                    </a:p>
                  </a:txBody>
                  <a:tcPr>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28575"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82613">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202050"/>
                          </a:solidFill>
                          <a:ea typeface="楷体_GB2312" pitchFamily="49" charset="-122"/>
                        </a:rPr>
                        <a:t>计算方式</a:t>
                      </a:r>
                      <a:endParaRPr lang="zh-CN" altLang="en-US" b="1">
                        <a:ea typeface="楷体_GB2312" pitchFamily="49" charset="-122"/>
                      </a:endParaRPr>
                    </a:p>
                  </a:txBody>
                  <a:tcPr>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FF0000"/>
                          </a:solidFill>
                          <a:ea typeface="楷体_GB2312" pitchFamily="49" charset="-122"/>
                        </a:rPr>
                        <a:t>数字计算</a:t>
                      </a:r>
                      <a:endParaRPr lang="zh-CN" altLang="en-US" b="1">
                        <a:solidFill>
                          <a:srgbClr val="FF0000"/>
                        </a:solidFill>
                        <a:ea typeface="楷体_GB2312"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202050"/>
                          </a:solidFill>
                          <a:ea typeface="楷体_GB2312" pitchFamily="49" charset="-122"/>
                        </a:rPr>
                        <a:t>电量组合和测量值</a:t>
                      </a:r>
                      <a:endParaRPr lang="zh-CN" altLang="en-US" b="1">
                        <a:ea typeface="楷体_GB2312" pitchFamily="49" charset="-122"/>
                      </a:endParaRPr>
                    </a:p>
                  </a:txBody>
                  <a:tcPr>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88962">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202050"/>
                          </a:solidFill>
                          <a:ea typeface="楷体_GB2312" pitchFamily="49" charset="-122"/>
                        </a:rPr>
                        <a:t>控制方式</a:t>
                      </a:r>
                    </a:p>
                  </a:txBody>
                  <a:tcPr>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FF0000"/>
                          </a:solidFill>
                          <a:ea typeface="楷体_GB2312" pitchFamily="49" charset="-122"/>
                        </a:rPr>
                        <a:t>程序控制</a:t>
                      </a:r>
                      <a:endParaRPr lang="zh-CN" altLang="en-US" b="1">
                        <a:solidFill>
                          <a:srgbClr val="FF0000"/>
                        </a:solidFill>
                        <a:ea typeface="楷体_GB2312"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202050"/>
                          </a:solidFill>
                          <a:ea typeface="楷体_GB2312" pitchFamily="49" charset="-122"/>
                        </a:rPr>
                        <a:t>模拟信号组合控制</a:t>
                      </a:r>
                      <a:endParaRPr lang="zh-CN" altLang="en-US" b="1">
                        <a:solidFill>
                          <a:srgbClr val="202050"/>
                        </a:solidFill>
                        <a:ea typeface="楷体_GB2312" pitchFamily="49" charset="-122"/>
                      </a:endParaRPr>
                    </a:p>
                  </a:txBody>
                  <a:tcPr>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3"/>
                  </a:ext>
                </a:extLst>
              </a:tr>
              <a:tr h="617538">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202050"/>
                          </a:solidFill>
                          <a:ea typeface="楷体_GB2312" pitchFamily="49" charset="-122"/>
                        </a:rPr>
                        <a:t>精度、抗干扰性</a:t>
                      </a:r>
                      <a:endParaRPr lang="zh-CN" altLang="en-US" b="1">
                        <a:ea typeface="楷体_GB2312" pitchFamily="49" charset="-122"/>
                      </a:endParaRPr>
                    </a:p>
                  </a:txBody>
                  <a:tcPr>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FF0000"/>
                          </a:solidFill>
                          <a:ea typeface="楷体_GB2312" pitchFamily="49" charset="-122"/>
                        </a:rPr>
                        <a:t>高、好</a:t>
                      </a:r>
                      <a:endParaRPr lang="zh-CN" altLang="en-US" b="1">
                        <a:solidFill>
                          <a:srgbClr val="FF0000"/>
                        </a:solidFill>
                        <a:ea typeface="楷体_GB2312" pitchFamily="49" charset="-122"/>
                      </a:endParaRP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202050"/>
                          </a:solidFill>
                          <a:ea typeface="楷体_GB2312" pitchFamily="49" charset="-122"/>
                        </a:rPr>
                        <a:t>低、差</a:t>
                      </a:r>
                      <a:endParaRPr lang="zh-CN" altLang="en-US" b="1">
                        <a:solidFill>
                          <a:srgbClr val="202050"/>
                        </a:solidFill>
                        <a:ea typeface="楷体_GB2312" pitchFamily="49" charset="-122"/>
                      </a:endParaRPr>
                    </a:p>
                  </a:txBody>
                  <a:tcPr>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4"/>
                  </a:ext>
                </a:extLst>
              </a:tr>
              <a:tr h="579437">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202050"/>
                          </a:solidFill>
                          <a:ea typeface="楷体_GB2312" pitchFamily="49" charset="-122"/>
                        </a:rPr>
                        <a:t>数据存储量</a:t>
                      </a:r>
                      <a:endParaRPr lang="zh-CN" altLang="en-US" b="1">
                        <a:solidFill>
                          <a:srgbClr val="202050"/>
                        </a:solidFill>
                        <a:ea typeface="楷体_GB2312" pitchFamily="49" charset="-122"/>
                      </a:endParaRPr>
                    </a:p>
                  </a:txBody>
                  <a:tcPr>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a:solidFill>
                            <a:srgbClr val="FF0000"/>
                          </a:solidFill>
                          <a:ea typeface="楷体_GB2312" pitchFamily="49" charset="-122"/>
                        </a:rPr>
                        <a:t>大</a:t>
                      </a: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202050"/>
                          </a:solidFill>
                          <a:ea typeface="楷体_GB2312" pitchFamily="49" charset="-122"/>
                        </a:rPr>
                        <a:t>小、几乎无</a:t>
                      </a:r>
                      <a:endParaRPr lang="zh-CN" altLang="en-US" b="1">
                        <a:solidFill>
                          <a:srgbClr val="202050"/>
                        </a:solidFill>
                        <a:ea typeface="楷体_GB2312" pitchFamily="49" charset="-122"/>
                      </a:endParaRPr>
                    </a:p>
                  </a:txBody>
                  <a:tcPr>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12700"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5"/>
                  </a:ext>
                </a:extLst>
              </a:tr>
              <a:tr h="546100">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dirty="0">
                          <a:solidFill>
                            <a:srgbClr val="202050"/>
                          </a:solidFill>
                          <a:ea typeface="楷体_GB2312" pitchFamily="49" charset="-122"/>
                        </a:rPr>
                        <a:t>逻辑判断能力</a:t>
                      </a:r>
                      <a:endParaRPr lang="zh-CN" altLang="en-US" b="1">
                        <a:solidFill>
                          <a:srgbClr val="202050"/>
                        </a:solidFill>
                        <a:ea typeface="楷体_GB2312" pitchFamily="49" charset="-122"/>
                      </a:endParaRPr>
                    </a:p>
                  </a:txBody>
                  <a:tcPr>
                    <a:lnL w="28575"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a:solidFill>
                            <a:srgbClr val="FF0000"/>
                          </a:solidFill>
                          <a:ea typeface="楷体_GB2312" pitchFamily="49" charset="-122"/>
                        </a:rPr>
                        <a:t>强</a:t>
                      </a:r>
                    </a:p>
                  </a:txBody>
                  <a:tcPr>
                    <a:lnL w="12700" cap="flat" cmpd="sng">
                      <a:solidFill>
                        <a:schemeClr val="tx1"/>
                      </a:solidFill>
                      <a:prstDash val="solid"/>
                      <a:headEnd type="none" w="sm" len="sm"/>
                      <a:tailEnd type="none" w="sm" len="sm"/>
                    </a:lnL>
                    <a:lnR w="12700"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b="1">
                          <a:solidFill>
                            <a:srgbClr val="202050"/>
                          </a:solidFill>
                          <a:ea typeface="楷体_GB2312" pitchFamily="49" charset="-122"/>
                        </a:rPr>
                        <a:t>无</a:t>
                      </a:r>
                    </a:p>
                  </a:txBody>
                  <a:tcPr>
                    <a:lnL w="12700" cap="flat" cmpd="sng">
                      <a:solidFill>
                        <a:schemeClr val="tx1"/>
                      </a:solidFill>
                      <a:prstDash val="solid"/>
                      <a:headEnd type="none" w="sm" len="sm"/>
                      <a:tailEnd type="none" w="sm" len="sm"/>
                    </a:lnL>
                    <a:lnR w="28575" cap="flat" cmpd="sng">
                      <a:solidFill>
                        <a:schemeClr val="tx1"/>
                      </a:solidFill>
                      <a:prstDash val="solid"/>
                      <a:headEnd type="none" w="sm" len="sm"/>
                      <a:tailEnd type="none" w="sm" len="sm"/>
                    </a:lnR>
                    <a:lnT w="12700" cap="flat" cmpd="sng">
                      <a:solidFill>
                        <a:schemeClr val="tx1"/>
                      </a:solidFill>
                      <a:prstDash val="solid"/>
                      <a:headEnd type="none" w="sm" len="sm"/>
                      <a:tailEnd type="none" w="sm" len="sm"/>
                    </a:lnT>
                    <a:lnB w="28575" cap="flat" cmpd="sng">
                      <a:solidFill>
                        <a:schemeClr val="tx1"/>
                      </a:solidFill>
                      <a:prstDash val="soli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1540" name="文本框 465960"/>
          <p:cNvSpPr txBox="1"/>
          <p:nvPr/>
        </p:nvSpPr>
        <p:spPr>
          <a:xfrm>
            <a:off x="381000" y="5811838"/>
            <a:ext cx="8077200" cy="457200"/>
          </a:xfrm>
          <a:prstGeom prst="rect">
            <a:avLst/>
          </a:prstGeom>
          <a:noFill/>
          <a:ln w="12700">
            <a:noFill/>
          </a:ln>
        </p:spPr>
        <p:txBody>
          <a:bodyPr anchor="t" anchorCtr="0">
            <a:spAutoFit/>
          </a:bodyPr>
          <a:lstStyle/>
          <a:p>
            <a:endParaRPr lang="zh-CN" altLang="zh-CN" dirty="0">
              <a:latin typeface="Times New Roman" panose="02020603050405020304" pitchFamily="18" charset="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668675"/>
          <p:cNvSpPr/>
          <p:nvPr/>
        </p:nvSpPr>
        <p:spPr>
          <a:xfrm>
            <a:off x="501650" y="1125538"/>
            <a:ext cx="8031163" cy="5472112"/>
          </a:xfrm>
          <a:prstGeom prst="rect">
            <a:avLst/>
          </a:prstGeom>
          <a:noFill/>
          <a:ln w="9525">
            <a:noFill/>
          </a:ln>
        </p:spPr>
        <p:txBody>
          <a:bodyPr anchor="t" anchorCtr="0"/>
          <a:lstStyle/>
          <a:p>
            <a:pPr marL="342900" indent="-342900">
              <a:lnSpc>
                <a:spcPct val="90000"/>
              </a:lnSpc>
              <a:spcBef>
                <a:spcPct val="20000"/>
              </a:spcBef>
              <a:buClr>
                <a:schemeClr val="bg2"/>
              </a:buClr>
              <a:buSzPct val="75000"/>
            </a:pPr>
            <a:endParaRPr lang="en-US" altLang="zh-CN" sz="2600" b="1" dirty="0">
              <a:solidFill>
                <a:srgbClr val="000099"/>
              </a:solidFill>
              <a:latin typeface="Arial" panose="020B0604020202020204" pitchFamily="34" charset="0"/>
              <a:ea typeface="宋体" panose="02010600030101010101" pitchFamily="2" charset="-122"/>
            </a:endParaRPr>
          </a:p>
          <a:p>
            <a:pPr marL="342900" indent="-342900">
              <a:lnSpc>
                <a:spcPct val="90000"/>
              </a:lnSpc>
              <a:spcBef>
                <a:spcPct val="20000"/>
              </a:spcBef>
              <a:buClr>
                <a:schemeClr val="bg2"/>
              </a:buClr>
              <a:buSzPct val="75000"/>
              <a:buFont typeface="Wingdings" panose="05000000000000000000" pitchFamily="2" charset="2"/>
              <a:buChar char="n"/>
            </a:pPr>
            <a:r>
              <a:rPr lang="zh-CN" altLang="en-US" b="1" dirty="0">
                <a:latin typeface="Arial" panose="020B0604020202020204" pitchFamily="34" charset="0"/>
                <a:ea typeface="宋体" panose="02010600030101010101" pitchFamily="2" charset="-122"/>
              </a:rPr>
              <a:t>根据计算机的应用范围，将计算机分为</a:t>
            </a:r>
          </a:p>
          <a:p>
            <a:pPr marL="742950" lvl="1" indent="-285750" algn="l"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pPr>
            <a:r>
              <a:rPr lang="zh-CN" altLang="en-US" sz="2400" b="1" u="none" baseline="0" dirty="0">
                <a:solidFill>
                  <a:schemeClr val="tx1"/>
                </a:solidFill>
                <a:latin typeface="Arial" panose="020B0604020202020204" pitchFamily="34" charset="0"/>
                <a:ea typeface="宋体" panose="02010600030101010101" pitchFamily="2" charset="-122"/>
              </a:rPr>
              <a:t>专用计算机：为特定应用问题而设计的计算机，具有经济、有效和快速等特点，但它的使用面较窄。</a:t>
            </a:r>
            <a:endParaRPr lang="zh-CN" altLang="en-US" sz="2400" b="1" u="none" baseline="0">
              <a:solidFill>
                <a:schemeClr val="tx1"/>
              </a:solidFill>
              <a:latin typeface="Arial" panose="020B0604020202020204" pitchFamily="34" charset="0"/>
              <a:ea typeface="宋体" panose="02010600030101010101" pitchFamily="2" charset="-122"/>
            </a:endParaRPr>
          </a:p>
          <a:p>
            <a:pPr marL="742950" lvl="1" indent="-285750" algn="l"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pPr>
            <a:r>
              <a:rPr lang="zh-CN" altLang="en-US" sz="2400" b="1" u="none" baseline="0" dirty="0">
                <a:solidFill>
                  <a:schemeClr val="tx1"/>
                </a:solidFill>
                <a:latin typeface="Arial" panose="020B0604020202020204" pitchFamily="34" charset="0"/>
                <a:ea typeface="宋体" panose="02010600030101010101" pitchFamily="2" charset="-122"/>
              </a:rPr>
              <a:t>通用计算机：使用面广，通用性强，操作相对简单，是经常使用的计算机系统。</a:t>
            </a:r>
          </a:p>
          <a:p>
            <a:pPr marL="342900" indent="-342900">
              <a:lnSpc>
                <a:spcPct val="90000"/>
              </a:lnSpc>
              <a:spcBef>
                <a:spcPct val="20000"/>
              </a:spcBef>
              <a:buClr>
                <a:schemeClr val="bg2"/>
              </a:buClr>
              <a:buSzPct val="75000"/>
              <a:buFont typeface="Wingdings" panose="05000000000000000000" pitchFamily="2" charset="2"/>
              <a:buChar char="n"/>
            </a:pPr>
            <a:r>
              <a:rPr lang="zh-CN" altLang="en-US" b="1" dirty="0">
                <a:latin typeface="Arial" panose="020B0604020202020204" pitchFamily="34" charset="0"/>
                <a:ea typeface="宋体" panose="02010600030101010101" pitchFamily="2" charset="-122"/>
              </a:rPr>
              <a:t>根据计算机的规模，将计算机分为</a:t>
            </a:r>
          </a:p>
          <a:p>
            <a:pPr marL="742950" lvl="1" indent="-285750" algn="l"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pPr>
            <a:r>
              <a:rPr lang="zh-CN" altLang="en-US" sz="2400" b="1" u="none" baseline="0" dirty="0">
                <a:solidFill>
                  <a:schemeClr val="tx1"/>
                </a:solidFill>
                <a:latin typeface="Arial" panose="020B0604020202020204" pitchFamily="34" charset="0"/>
                <a:ea typeface="宋体" panose="02010600030101010101" pitchFamily="2" charset="-122"/>
              </a:rPr>
              <a:t>巨型机：主要用于科学计算，运算速度最快、性能极高，结构复杂、体积庞大、价格昂贵。 </a:t>
            </a:r>
          </a:p>
          <a:p>
            <a:pPr marL="742950" lvl="1" indent="-285750" algn="l"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pPr>
            <a:r>
              <a:rPr lang="zh-CN" altLang="en-US" sz="2400" b="1" u="none" baseline="0" dirty="0">
                <a:solidFill>
                  <a:schemeClr val="tx1"/>
                </a:solidFill>
                <a:latin typeface="Arial" panose="020B0604020202020204" pitchFamily="34" charset="0"/>
                <a:ea typeface="宋体" panose="02010600030101010101" pitchFamily="2" charset="-122"/>
              </a:rPr>
              <a:t>大型机</a:t>
            </a:r>
          </a:p>
          <a:p>
            <a:pPr marL="742950" lvl="1" indent="-285750" algn="l"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pPr>
            <a:r>
              <a:rPr lang="zh-CN" altLang="en-US" sz="2400" b="1" u="none" baseline="0" dirty="0">
                <a:solidFill>
                  <a:schemeClr val="tx1"/>
                </a:solidFill>
                <a:latin typeface="Arial" panose="020B0604020202020204" pitchFamily="34" charset="0"/>
                <a:ea typeface="宋体" panose="02010600030101010101" pitchFamily="2" charset="-122"/>
              </a:rPr>
              <a:t>中型机</a:t>
            </a:r>
          </a:p>
          <a:p>
            <a:pPr marL="742950" lvl="1" indent="-285750" algn="l"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pPr>
            <a:r>
              <a:rPr lang="zh-CN" altLang="en-US" sz="2400" b="1" u="none" baseline="0" dirty="0">
                <a:solidFill>
                  <a:schemeClr val="tx1"/>
                </a:solidFill>
                <a:latin typeface="Arial" panose="020B0604020202020204" pitchFamily="34" charset="0"/>
                <a:ea typeface="宋体" panose="02010600030101010101" pitchFamily="2" charset="-122"/>
              </a:rPr>
              <a:t>小型机</a:t>
            </a:r>
          </a:p>
          <a:p>
            <a:pPr marL="742950" lvl="1" indent="-285750" algn="l"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pPr>
            <a:r>
              <a:rPr lang="zh-CN" altLang="en-US" sz="2400" b="1" u="none" baseline="0" dirty="0">
                <a:solidFill>
                  <a:schemeClr val="tx1"/>
                </a:solidFill>
                <a:latin typeface="Arial" panose="020B0604020202020204" pitchFamily="34" charset="0"/>
                <a:ea typeface="宋体" panose="02010600030101010101" pitchFamily="2" charset="-122"/>
              </a:rPr>
              <a:t>微型机：体积小、功耗低、价格低、结构简单、易操作</a:t>
            </a:r>
          </a:p>
        </p:txBody>
      </p:sp>
      <p:sp>
        <p:nvSpPr>
          <p:cNvPr id="22530" name="文本框 668677"/>
          <p:cNvSpPr txBox="1"/>
          <p:nvPr/>
        </p:nvSpPr>
        <p:spPr>
          <a:xfrm>
            <a:off x="611188" y="765175"/>
            <a:ext cx="3671887" cy="579438"/>
          </a:xfrm>
          <a:prstGeom prst="rect">
            <a:avLst/>
          </a:prstGeom>
          <a:noFill/>
          <a:ln w="9525">
            <a:noFill/>
          </a:ln>
        </p:spPr>
        <p:txBody>
          <a:bodyPr anchor="t" anchorCtr="0">
            <a:spAutoFit/>
          </a:bodyPr>
          <a:lstStyle/>
          <a:p>
            <a:pPr>
              <a:spcBef>
                <a:spcPct val="50000"/>
              </a:spcBef>
            </a:pPr>
            <a:r>
              <a:rPr lang="zh-CN" altLang="en-US" sz="3200" b="1" dirty="0">
                <a:latin typeface="Arial" panose="020B0604020202020204" pitchFamily="34" charset="0"/>
                <a:ea typeface="宋体" panose="02010600030101010101" pitchFamily="2" charset="-122"/>
              </a:rPr>
              <a:t>一、计算机的分类</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图片 706563"/>
          <p:cNvPicPr>
            <a:picLocks noChangeAspect="1"/>
          </p:cNvPicPr>
          <p:nvPr/>
        </p:nvPicPr>
        <p:blipFill>
          <a:blip r:embed="rId2"/>
          <a:stretch>
            <a:fillRect/>
          </a:stretch>
        </p:blipFill>
        <p:spPr>
          <a:xfrm>
            <a:off x="323850" y="620713"/>
            <a:ext cx="4826000" cy="3565525"/>
          </a:xfrm>
          <a:prstGeom prst="rect">
            <a:avLst/>
          </a:prstGeom>
          <a:noFill/>
          <a:ln w="9525">
            <a:noFill/>
          </a:ln>
        </p:spPr>
      </p:pic>
      <p:pic>
        <p:nvPicPr>
          <p:cNvPr id="706565" name="图片 706564"/>
          <p:cNvPicPr>
            <a:picLocks noChangeAspect="1"/>
          </p:cNvPicPr>
          <p:nvPr/>
        </p:nvPicPr>
        <p:blipFill>
          <a:blip r:embed="rId3"/>
          <a:stretch>
            <a:fillRect/>
          </a:stretch>
        </p:blipFill>
        <p:spPr>
          <a:xfrm>
            <a:off x="3886200" y="2838450"/>
            <a:ext cx="5257800" cy="40195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06565"/>
                                        </p:tgtEl>
                                        <p:attrNameLst>
                                          <p:attrName>style.visibility</p:attrName>
                                        </p:attrNameLst>
                                      </p:cBhvr>
                                      <p:to>
                                        <p:strVal val="visible"/>
                                      </p:to>
                                    </p:set>
                                    <p:animEffect transition="in" filter="blinds(horizontal)">
                                      <p:cBhvr>
                                        <p:cTn id="7" dur="500"/>
                                        <p:tgtEl>
                                          <p:spTgt spid="706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7" name="图片 707587"/>
          <p:cNvPicPr>
            <a:picLocks noChangeAspect="1"/>
          </p:cNvPicPr>
          <p:nvPr/>
        </p:nvPicPr>
        <p:blipFill>
          <a:blip r:embed="rId2"/>
          <a:stretch>
            <a:fillRect/>
          </a:stretch>
        </p:blipFill>
        <p:spPr>
          <a:xfrm>
            <a:off x="1258888" y="1412875"/>
            <a:ext cx="6983412" cy="4384675"/>
          </a:xfrm>
          <a:prstGeom prst="rect">
            <a:avLst/>
          </a:prstGeom>
          <a:noFill/>
          <a:ln w="9525">
            <a:noFill/>
          </a:ln>
        </p:spPr>
      </p:pic>
      <p:sp>
        <p:nvSpPr>
          <p:cNvPr id="2" name="文本框 1"/>
          <p:cNvSpPr txBox="1"/>
          <p:nvPr/>
        </p:nvSpPr>
        <p:spPr>
          <a:xfrm>
            <a:off x="2172335" y="6137275"/>
            <a:ext cx="4199890" cy="460375"/>
          </a:xfrm>
          <a:prstGeom prst="rect">
            <a:avLst/>
          </a:prstGeom>
          <a:noFill/>
        </p:spPr>
        <p:txBody>
          <a:bodyPr wrap="square" rtlCol="0">
            <a:spAutoFit/>
          </a:bodyPr>
          <a:lstStyle/>
          <a:p>
            <a:r>
              <a:rPr lang="en-US" altLang="zh-CN" b="1">
                <a:hlinkClick r:id="rId3" action="ppaction://hlinkfile"/>
              </a:rPr>
              <a:t>2022</a:t>
            </a:r>
            <a:r>
              <a:rPr lang="zh-CN" altLang="en-US" b="1">
                <a:hlinkClick r:id="rId3" action="ppaction://hlinkfile"/>
              </a:rPr>
              <a:t>年巨型机排名</a:t>
            </a:r>
            <a:endParaRPr lang="zh-CN" altLang="en-US"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文本框 669697"/>
          <p:cNvSpPr txBox="1"/>
          <p:nvPr/>
        </p:nvSpPr>
        <p:spPr>
          <a:xfrm>
            <a:off x="611188" y="692150"/>
            <a:ext cx="7924800" cy="2657475"/>
          </a:xfrm>
          <a:prstGeom prst="rect">
            <a:avLst/>
          </a:prstGeom>
          <a:noFill/>
          <a:ln w="9525">
            <a:noFill/>
          </a:ln>
        </p:spPr>
        <p:txBody>
          <a:bodyPr>
            <a:spAutoFit/>
          </a:bodyPr>
          <a:lstStyle/>
          <a:p>
            <a:pPr algn="ctr">
              <a:lnSpc>
                <a:spcPct val="150000"/>
              </a:lnSpc>
            </a:pPr>
            <a:endParaRPr lang="en-US" altLang="zh-CN" sz="2800" b="1" noProof="1">
              <a:effectLst>
                <a:outerShdw blurRad="38100" dist="38100" dir="2700000">
                  <a:srgbClr val="C0C0C0"/>
                </a:outerShdw>
              </a:effectLst>
              <a:latin typeface="楷体_GB2312" pitchFamily="49" charset="-122"/>
              <a:ea typeface="楷体_GB2312" pitchFamily="49" charset="-122"/>
            </a:endParaRPr>
          </a:p>
          <a:p>
            <a:pPr>
              <a:lnSpc>
                <a:spcPct val="150000"/>
              </a:lnSpc>
            </a:pPr>
            <a:r>
              <a:rPr lang="en-US" altLang="zh-CN" sz="2800" b="1" noProof="1">
                <a:effectLst>
                  <a:outerShdw blurRad="38100" dist="38100" dir="2700000">
                    <a:srgbClr val="C0C0C0"/>
                  </a:outerShdw>
                </a:effectLst>
                <a:latin typeface="楷体_GB2312" pitchFamily="49" charset="-122"/>
                <a:ea typeface="楷体_GB2312" pitchFamily="49" charset="-122"/>
                <a:cs typeface="+mn-cs"/>
              </a:rPr>
              <a:t>    </a:t>
            </a:r>
            <a:r>
              <a:rPr lang="zh-CN" altLang="en-US" sz="2800" b="1" noProof="1">
                <a:effectLst>
                  <a:outerShdw blurRad="38100" dist="38100" dir="2700000">
                    <a:srgbClr val="C0C0C0"/>
                  </a:outerShdw>
                </a:effectLst>
                <a:latin typeface="楷体_GB2312" pitchFamily="49" charset="-122"/>
                <a:ea typeface="楷体_GB2312" pitchFamily="49" charset="-122"/>
                <a:cs typeface="+mn-cs"/>
              </a:rPr>
              <a:t>根据电子计算机所采用的物理器件的发展，一般把电子计算机的发展分成四个阶段，习惯上称为</a:t>
            </a:r>
            <a:r>
              <a:rPr lang="zh-CN" altLang="en-US" sz="2800" b="1" noProof="1">
                <a:solidFill>
                  <a:srgbClr val="FF0000"/>
                </a:solidFill>
                <a:effectLst>
                  <a:outerShdw blurRad="38100" dist="38100" dir="2700000">
                    <a:srgbClr val="C0C0C0"/>
                  </a:outerShdw>
                </a:effectLst>
                <a:latin typeface="楷体_GB2312" pitchFamily="49" charset="-122"/>
                <a:ea typeface="楷体_GB2312" pitchFamily="49" charset="-122"/>
                <a:cs typeface="+mn-cs"/>
              </a:rPr>
              <a:t>四代。</a:t>
            </a:r>
            <a:endParaRPr lang="zh-CN" altLang="en-US" sz="2800" noProof="1">
              <a:latin typeface="Times New Roman" panose="02020603050405020304" pitchFamily="18" charset="0"/>
            </a:endParaRPr>
          </a:p>
        </p:txBody>
      </p:sp>
      <p:sp>
        <p:nvSpPr>
          <p:cNvPr id="25602" name="文本框 669698"/>
          <p:cNvSpPr txBox="1"/>
          <p:nvPr/>
        </p:nvSpPr>
        <p:spPr>
          <a:xfrm>
            <a:off x="3689350" y="1524000"/>
            <a:ext cx="273050" cy="946150"/>
          </a:xfrm>
          <a:prstGeom prst="rect">
            <a:avLst/>
          </a:prstGeom>
          <a:noFill/>
          <a:ln w="9525">
            <a:noFill/>
          </a:ln>
        </p:spPr>
        <p:txBody>
          <a:bodyPr wrap="none" anchor="t" anchorCtr="0">
            <a:spAutoFit/>
          </a:bodyPr>
          <a:lstStyle/>
          <a:p>
            <a:pPr algn="ctr"/>
            <a:endParaRPr lang="en-US" altLang="zh-CN" sz="2800" dirty="0">
              <a:latin typeface="Times New Roman" panose="02020603050405020304" pitchFamily="18" charset="0"/>
              <a:ea typeface="宋体" panose="02010600030101010101" pitchFamily="2" charset="-122"/>
            </a:endParaRPr>
          </a:p>
          <a:p>
            <a:pPr algn="ctr"/>
            <a:r>
              <a:rPr lang="en-US" altLang="zh-CN" sz="2800" dirty="0">
                <a:latin typeface="Times New Roman" panose="02020603050405020304" pitchFamily="18" charset="0"/>
                <a:ea typeface="宋体" panose="02010600030101010101" pitchFamily="2" charset="-122"/>
              </a:rPr>
              <a:t> </a:t>
            </a:r>
            <a:endParaRPr lang="en-US" altLang="zh-CN" sz="2800">
              <a:latin typeface="Times New Roman" panose="02020603050405020304" pitchFamily="18" charset="0"/>
              <a:ea typeface="宋体" panose="02010600030101010101" pitchFamily="2" charset="-122"/>
            </a:endParaRPr>
          </a:p>
        </p:txBody>
      </p:sp>
      <p:sp>
        <p:nvSpPr>
          <p:cNvPr id="25603" name="文本框 669699"/>
          <p:cNvSpPr txBox="1"/>
          <p:nvPr/>
        </p:nvSpPr>
        <p:spPr>
          <a:xfrm>
            <a:off x="4667250" y="5235575"/>
            <a:ext cx="184150" cy="519113"/>
          </a:xfrm>
          <a:prstGeom prst="rect">
            <a:avLst/>
          </a:prstGeom>
          <a:noFill/>
          <a:ln w="9525">
            <a:noFill/>
          </a:ln>
        </p:spPr>
        <p:txBody>
          <a:bodyPr wrap="none" anchor="t" anchorCtr="0">
            <a:spAutoFit/>
          </a:bodyPr>
          <a:lstStyle/>
          <a:p>
            <a:pPr algn="ctr"/>
            <a:endParaRPr lang="zh-CN" altLang="zh-CN" sz="2800" dirty="0">
              <a:latin typeface="Times New Roman" panose="02020603050405020304" pitchFamily="18" charset="0"/>
              <a:ea typeface="宋体" panose="02010600030101010101" pitchFamily="2" charset="-122"/>
            </a:endParaRPr>
          </a:p>
        </p:txBody>
      </p:sp>
      <p:sp>
        <p:nvSpPr>
          <p:cNvPr id="25604" name="文本框 669700"/>
          <p:cNvSpPr txBox="1"/>
          <p:nvPr/>
        </p:nvSpPr>
        <p:spPr>
          <a:xfrm>
            <a:off x="4470400" y="5692775"/>
            <a:ext cx="184150" cy="519113"/>
          </a:xfrm>
          <a:prstGeom prst="rect">
            <a:avLst/>
          </a:prstGeom>
          <a:noFill/>
          <a:ln w="9525">
            <a:noFill/>
          </a:ln>
        </p:spPr>
        <p:txBody>
          <a:bodyPr wrap="none" anchor="t" anchorCtr="0">
            <a:spAutoFit/>
          </a:bodyPr>
          <a:lstStyle/>
          <a:p>
            <a:pPr algn="ctr"/>
            <a:endParaRPr lang="zh-CN" altLang="zh-CN" sz="2800" dirty="0">
              <a:latin typeface="Times New Roman" panose="02020603050405020304" pitchFamily="18" charset="0"/>
              <a:ea typeface="宋体" panose="02010600030101010101" pitchFamily="2" charset="-122"/>
            </a:endParaRPr>
          </a:p>
        </p:txBody>
      </p:sp>
      <p:sp>
        <p:nvSpPr>
          <p:cNvPr id="669702" name="矩形 669701"/>
          <p:cNvSpPr/>
          <p:nvPr/>
        </p:nvSpPr>
        <p:spPr>
          <a:xfrm>
            <a:off x="611188" y="3319463"/>
            <a:ext cx="7543800" cy="2230438"/>
          </a:xfrm>
          <a:prstGeom prst="rect">
            <a:avLst/>
          </a:prstGeom>
          <a:noFill/>
          <a:ln w="38100">
            <a:noFill/>
          </a:ln>
        </p:spPr>
        <p:txBody>
          <a:bodyPr>
            <a:spAutoFit/>
          </a:bodyPr>
          <a:lstStyle/>
          <a:p>
            <a:pPr algn="ctr" fontAlgn="base">
              <a:lnSpc>
                <a:spcPct val="150000"/>
              </a:lnSpc>
              <a:spcBef>
                <a:spcPct val="50000"/>
              </a:spcBef>
            </a:pPr>
            <a:r>
              <a:rPr lang="zh-CN" altLang="en-US" sz="2800" b="1" strike="noStrike" noProof="1">
                <a:solidFill>
                  <a:srgbClr val="FF0000"/>
                </a:solidFill>
                <a:effectLst>
                  <a:outerShdw blurRad="38100" dist="38100" dir="2700000">
                    <a:srgbClr val="C0C0C0"/>
                  </a:outerShdw>
                </a:effectLst>
                <a:latin typeface="楷体_GB2312" pitchFamily="49" charset="-122"/>
                <a:ea typeface="楷体_GB2312" pitchFamily="49" charset="-122"/>
                <a:cs typeface="+mn-cs"/>
              </a:rPr>
              <a:t>第一代</a:t>
            </a:r>
            <a:r>
              <a:rPr lang="zh-CN" altLang="en-US" sz="2800" b="1" strike="noStrike" noProof="1">
                <a:effectLst>
                  <a:outerShdw blurRad="38100" dist="38100" dir="2700000">
                    <a:srgbClr val="C0C0C0"/>
                  </a:outerShdw>
                </a:effectLst>
                <a:latin typeface="楷体_GB2312" pitchFamily="49" charset="-122"/>
                <a:ea typeface="楷体_GB2312" pitchFamily="49" charset="-122"/>
                <a:cs typeface="+mn-cs"/>
              </a:rPr>
              <a:t>：电子管计算机时代（</a:t>
            </a:r>
            <a:r>
              <a:rPr lang="en-US" altLang="zh-CN" sz="2800" b="1" strike="noStrike" noProof="1">
                <a:effectLst>
                  <a:outerShdw blurRad="38100" dist="38100" dir="2700000">
                    <a:srgbClr val="C0C0C0"/>
                  </a:outerShdw>
                </a:effectLst>
                <a:latin typeface="楷体_GB2312" pitchFamily="49" charset="-122"/>
                <a:ea typeface="楷体_GB2312" pitchFamily="49" charset="-122"/>
                <a:cs typeface="+mn-cs"/>
              </a:rPr>
              <a:t>1946</a:t>
            </a:r>
            <a:r>
              <a:rPr lang="en-US" altLang="zh-CN" sz="2800" b="1" strike="noStrike" noProof="1">
                <a:effectLst>
                  <a:outerShdw blurRad="38100" dist="38100" dir="2700000">
                    <a:srgbClr val="C0C0C0"/>
                  </a:outerShdw>
                </a:effectLst>
                <a:latin typeface="Times New Roman" panose="02020603050405020304" pitchFamily="18" charset="0"/>
                <a:ea typeface="楷体_GB2312" pitchFamily="49" charset="-122"/>
                <a:cs typeface="+mn-cs"/>
              </a:rPr>
              <a:t>—</a:t>
            </a:r>
            <a:r>
              <a:rPr lang="en-US" altLang="zh-CN" sz="2800" b="1" strike="noStrike" noProof="1">
                <a:effectLst>
                  <a:outerShdw blurRad="38100" dist="38100" dir="2700000">
                    <a:srgbClr val="C0C0C0"/>
                  </a:outerShdw>
                </a:effectLst>
                <a:latin typeface="楷体_GB2312" pitchFamily="49" charset="-122"/>
                <a:ea typeface="楷体_GB2312" pitchFamily="49" charset="-122"/>
                <a:cs typeface="+mn-cs"/>
              </a:rPr>
              <a:t>50</a:t>
            </a:r>
            <a:r>
              <a:rPr lang="zh-CN" altLang="en-US" sz="2800" b="1" strike="noStrike" noProof="1">
                <a:effectLst>
                  <a:outerShdw blurRad="38100" dist="38100" dir="2700000">
                    <a:srgbClr val="C0C0C0"/>
                  </a:outerShdw>
                </a:effectLst>
                <a:latin typeface="楷体_GB2312" pitchFamily="49" charset="-122"/>
                <a:ea typeface="楷体_GB2312" pitchFamily="49" charset="-122"/>
                <a:cs typeface="+mn-cs"/>
              </a:rPr>
              <a:t>年代后期），主要特点是采用电子管作为基本器件。</a:t>
            </a:r>
            <a:endParaRPr lang="zh-CN" altLang="en-US" sz="2800" b="1" strike="noStrike" noProof="1">
              <a:effectLst>
                <a:outerShdw blurRad="38100" dist="38100" dir="2700000">
                  <a:srgbClr val="C0C0C0"/>
                </a:outerShdw>
              </a:effectLst>
              <a:latin typeface="楷体_GB2312" pitchFamily="49" charset="-122"/>
              <a:ea typeface="楷体_GB2312" pitchFamily="49" charset="-122"/>
            </a:endParaRPr>
          </a:p>
          <a:p>
            <a:pPr algn="ctr" fontAlgn="base">
              <a:lnSpc>
                <a:spcPct val="150000"/>
              </a:lnSpc>
              <a:spcBef>
                <a:spcPct val="50000"/>
              </a:spcBef>
            </a:pPr>
            <a:r>
              <a:rPr lang="zh-CN" altLang="en-US" sz="2800" b="1" strike="noStrike" noProof="1">
                <a:effectLst>
                  <a:outerShdw blurRad="38100" dist="38100" dir="2700000">
                    <a:srgbClr val="C0C0C0"/>
                  </a:outerShdw>
                </a:effectLst>
                <a:latin typeface="楷体_GB2312" pitchFamily="49" charset="-122"/>
                <a:ea typeface="楷体_GB2312" pitchFamily="49" charset="-122"/>
                <a:cs typeface="+mn-cs"/>
              </a:rPr>
              <a:t>    </a:t>
            </a:r>
            <a:endParaRPr lang="zh-CN" altLang="en-US" sz="2800" b="1" strike="noStrike" noProof="1">
              <a:effectLst>
                <a:outerShdw blurRad="38100" dist="38100" dir="2700000">
                  <a:srgbClr val="C0C0C0"/>
                </a:outerShdw>
              </a:effectLst>
              <a:latin typeface="楷体_GB2312" pitchFamily="49" charset="-122"/>
              <a:ea typeface="楷体_GB2312" pitchFamily="49" charset="-122"/>
            </a:endParaRPr>
          </a:p>
        </p:txBody>
      </p:sp>
      <p:sp>
        <p:nvSpPr>
          <p:cNvPr id="669703" name="矩形 669702"/>
          <p:cNvSpPr/>
          <p:nvPr/>
        </p:nvSpPr>
        <p:spPr>
          <a:xfrm>
            <a:off x="611188" y="4740275"/>
            <a:ext cx="7467600" cy="1374775"/>
          </a:xfrm>
          <a:prstGeom prst="rect">
            <a:avLst/>
          </a:prstGeom>
          <a:noFill/>
          <a:ln w="38100">
            <a:noFill/>
          </a:ln>
        </p:spPr>
        <p:txBody>
          <a:bodyPr>
            <a:spAutoFit/>
          </a:bodyPr>
          <a:lstStyle/>
          <a:p>
            <a:pPr algn="ctr" fontAlgn="base">
              <a:lnSpc>
                <a:spcPct val="150000"/>
              </a:lnSpc>
              <a:spcBef>
                <a:spcPct val="50000"/>
              </a:spcBef>
            </a:pPr>
            <a:r>
              <a:rPr lang="zh-CN" altLang="en-US" sz="2800" b="1" strike="noStrike" noProof="1">
                <a:solidFill>
                  <a:srgbClr val="FF0000"/>
                </a:solidFill>
                <a:effectLst>
                  <a:outerShdw blurRad="38100" dist="38100" dir="2700000">
                    <a:srgbClr val="C0C0C0"/>
                  </a:outerShdw>
                </a:effectLst>
                <a:latin typeface="楷体_GB2312" pitchFamily="49" charset="-122"/>
                <a:ea typeface="楷体_GB2312" pitchFamily="49" charset="-122"/>
                <a:cs typeface="+mn-cs"/>
              </a:rPr>
              <a:t>第二代</a:t>
            </a:r>
            <a:r>
              <a:rPr lang="zh-CN" altLang="en-US" sz="2800" b="1" strike="noStrike" noProof="1">
                <a:effectLst>
                  <a:outerShdw blurRad="38100" dist="38100" dir="2700000">
                    <a:srgbClr val="C0C0C0"/>
                  </a:outerShdw>
                </a:effectLst>
                <a:latin typeface="楷体_GB2312" pitchFamily="49" charset="-122"/>
                <a:ea typeface="楷体_GB2312" pitchFamily="49" charset="-122"/>
                <a:cs typeface="+mn-cs"/>
              </a:rPr>
              <a:t>：晶体管计算机时代（</a:t>
            </a:r>
            <a:r>
              <a:rPr lang="en-US" altLang="zh-CN" sz="2800" b="1" strike="noStrike" noProof="1">
                <a:effectLst>
                  <a:outerShdw blurRad="38100" dist="38100" dir="2700000">
                    <a:srgbClr val="C0C0C0"/>
                  </a:outerShdw>
                </a:effectLst>
                <a:latin typeface="楷体_GB2312" pitchFamily="49" charset="-122"/>
                <a:ea typeface="楷体_GB2312" pitchFamily="49" charset="-122"/>
                <a:cs typeface="+mn-cs"/>
              </a:rPr>
              <a:t>50</a:t>
            </a:r>
            <a:r>
              <a:rPr lang="zh-CN" altLang="en-US" sz="2800" b="1" strike="noStrike" noProof="1">
                <a:effectLst>
                  <a:outerShdw blurRad="38100" dist="38100" dir="2700000">
                    <a:srgbClr val="C0C0C0"/>
                  </a:outerShdw>
                </a:effectLst>
                <a:latin typeface="楷体_GB2312" pitchFamily="49" charset="-122"/>
                <a:ea typeface="楷体_GB2312" pitchFamily="49" charset="-122"/>
                <a:cs typeface="+mn-cs"/>
              </a:rPr>
              <a:t>年代中期到</a:t>
            </a:r>
            <a:r>
              <a:rPr lang="en-US" altLang="zh-CN" sz="2800" b="1" strike="noStrike" noProof="1">
                <a:effectLst>
                  <a:outerShdw blurRad="38100" dist="38100" dir="2700000">
                    <a:srgbClr val="C0C0C0"/>
                  </a:outerShdw>
                </a:effectLst>
                <a:latin typeface="楷体_GB2312" pitchFamily="49" charset="-122"/>
                <a:ea typeface="楷体_GB2312" pitchFamily="49" charset="-122"/>
                <a:cs typeface="+mn-cs"/>
              </a:rPr>
              <a:t>60</a:t>
            </a:r>
            <a:r>
              <a:rPr lang="zh-CN" altLang="en-US" sz="2800" b="1" strike="noStrike" noProof="1">
                <a:effectLst>
                  <a:outerShdw blurRad="38100" dist="38100" dir="2700000">
                    <a:srgbClr val="C0C0C0"/>
                  </a:outerShdw>
                </a:effectLst>
                <a:latin typeface="楷体_GB2312" pitchFamily="49" charset="-122"/>
                <a:ea typeface="楷体_GB2312" pitchFamily="49" charset="-122"/>
                <a:cs typeface="+mn-cs"/>
              </a:rPr>
              <a:t>年代后期），主要器件为晶体管。</a:t>
            </a:r>
            <a:endParaRPr lang="zh-CN" altLang="en-US" sz="2800" b="1" strike="noStrike" noProof="1">
              <a:effectLst>
                <a:outerShdw blurRad="38100" dist="38100" dir="2700000">
                  <a:srgbClr val="C0C0C0"/>
                </a:outerShdw>
              </a:effectLst>
              <a:latin typeface="楷体_GB2312" pitchFamily="49" charset="-122"/>
              <a:ea typeface="楷体_GB2312" pitchFamily="49" charset="-122"/>
            </a:endParaRPr>
          </a:p>
        </p:txBody>
      </p:sp>
      <p:sp>
        <p:nvSpPr>
          <p:cNvPr id="25607" name="文本框 669704"/>
          <p:cNvSpPr txBox="1"/>
          <p:nvPr/>
        </p:nvSpPr>
        <p:spPr>
          <a:xfrm>
            <a:off x="611188" y="765175"/>
            <a:ext cx="4824412" cy="579438"/>
          </a:xfrm>
          <a:prstGeom prst="rect">
            <a:avLst/>
          </a:prstGeom>
          <a:noFill/>
          <a:ln w="9525">
            <a:noFill/>
          </a:ln>
        </p:spPr>
        <p:txBody>
          <a:bodyPr anchor="t" anchorCtr="0">
            <a:spAutoFit/>
          </a:bodyPr>
          <a:lstStyle/>
          <a:p>
            <a:pPr>
              <a:spcBef>
                <a:spcPct val="50000"/>
              </a:spcBef>
            </a:pPr>
            <a:r>
              <a:rPr lang="zh-CN" altLang="en-US" sz="3200" b="1" dirty="0">
                <a:latin typeface="Arial" panose="020B0604020202020204" pitchFamily="34" charset="0"/>
                <a:ea typeface="宋体" panose="02010600030101010101" pitchFamily="2" charset="-122"/>
              </a:rPr>
              <a:t>二、计算机的发展史</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矩形 671746"/>
          <p:cNvSpPr>
            <a:spLocks noRot="1"/>
          </p:cNvSpPr>
          <p:nvPr/>
        </p:nvSpPr>
        <p:spPr>
          <a:xfrm>
            <a:off x="822325" y="1571625"/>
            <a:ext cx="7793038" cy="433388"/>
          </a:xfrm>
          <a:prstGeom prst="rect">
            <a:avLst/>
          </a:prstGeom>
          <a:noFill/>
          <a:ln w="9525">
            <a:noFill/>
          </a:ln>
        </p:spPr>
        <p:txBody>
          <a:bodyPr anchor="ctr" anchorCtr="0"/>
          <a:lstStyle/>
          <a:p>
            <a:r>
              <a:rPr lang="en-US" altLang="zh-CN" sz="2800" b="1" dirty="0">
                <a:solidFill>
                  <a:schemeClr val="hlink"/>
                </a:solidFill>
                <a:latin typeface="宋体" panose="02010600030101010101" pitchFamily="2" charset="-122"/>
                <a:ea typeface="宋体" panose="02010600030101010101" pitchFamily="2" charset="-122"/>
              </a:rPr>
              <a:t> </a:t>
            </a:r>
            <a:r>
              <a:rPr lang="zh-CN" altLang="en-US" sz="2800" b="1" dirty="0">
                <a:solidFill>
                  <a:schemeClr val="hlink"/>
                </a:solidFill>
                <a:latin typeface="宋体" panose="02010600030101010101" pitchFamily="2" charset="-122"/>
                <a:ea typeface="宋体" panose="02010600030101010101" pitchFamily="2" charset="-122"/>
              </a:rPr>
              <a:t>第一台电子计算机（</a:t>
            </a:r>
            <a:r>
              <a:rPr lang="en-US" altLang="zh-CN" sz="2800" b="1">
                <a:solidFill>
                  <a:schemeClr val="hlink"/>
                </a:solidFill>
                <a:latin typeface="宋体" panose="02010600030101010101" pitchFamily="2" charset="-122"/>
                <a:ea typeface="宋体" panose="02010600030101010101" pitchFamily="2" charset="-122"/>
              </a:rPr>
              <a:t>ENIAC</a:t>
            </a:r>
            <a:r>
              <a:rPr lang="zh-CN" altLang="en-US" sz="2800" b="1">
                <a:solidFill>
                  <a:schemeClr val="hlink"/>
                </a:solidFill>
                <a:latin typeface="宋体" panose="02010600030101010101" pitchFamily="2" charset="-122"/>
                <a:ea typeface="宋体" panose="02010600030101010101" pitchFamily="2" charset="-122"/>
              </a:rPr>
              <a:t>）</a:t>
            </a:r>
          </a:p>
        </p:txBody>
      </p:sp>
      <p:pic>
        <p:nvPicPr>
          <p:cNvPr id="26626" name="图片 671747" descr="2-1"/>
          <p:cNvPicPr>
            <a:picLocks noChangeAspect="1"/>
          </p:cNvPicPr>
          <p:nvPr/>
        </p:nvPicPr>
        <p:blipFill>
          <a:blip r:embed="rId3"/>
          <a:stretch>
            <a:fillRect/>
          </a:stretch>
        </p:blipFill>
        <p:spPr>
          <a:xfrm>
            <a:off x="749300" y="2127250"/>
            <a:ext cx="3984625" cy="4191000"/>
          </a:xfrm>
          <a:prstGeom prst="rect">
            <a:avLst/>
          </a:prstGeom>
          <a:noFill/>
          <a:ln w="9525">
            <a:noFill/>
          </a:ln>
        </p:spPr>
      </p:pic>
      <p:grpSp>
        <p:nvGrpSpPr>
          <p:cNvPr id="26627" name="组合 671748"/>
          <p:cNvGrpSpPr/>
          <p:nvPr/>
        </p:nvGrpSpPr>
        <p:grpSpPr>
          <a:xfrm>
            <a:off x="5014913" y="2492375"/>
            <a:ext cx="3733800" cy="3195638"/>
            <a:chOff x="672" y="1635"/>
            <a:chExt cx="2592" cy="2013"/>
          </a:xfrm>
        </p:grpSpPr>
        <p:sp>
          <p:nvSpPr>
            <p:cNvPr id="26628" name="文本框 671749"/>
            <p:cNvSpPr txBox="1"/>
            <p:nvPr/>
          </p:nvSpPr>
          <p:spPr>
            <a:xfrm>
              <a:off x="1008" y="1635"/>
              <a:ext cx="2256" cy="2013"/>
            </a:xfrm>
            <a:prstGeom prst="rect">
              <a:avLst/>
            </a:prstGeom>
            <a:noFill/>
            <a:ln w="12700">
              <a:noFill/>
            </a:ln>
          </p:spPr>
          <p:txBody>
            <a:bodyPr anchor="t" anchorCtr="0">
              <a:spAutoFit/>
            </a:bodyPr>
            <a:lstStyle/>
            <a:p>
              <a:pPr>
                <a:spcBef>
                  <a:spcPct val="50000"/>
                </a:spcBef>
              </a:pPr>
              <a:r>
                <a:rPr lang="en-US" altLang="zh-CN" b="1" dirty="0">
                  <a:solidFill>
                    <a:srgbClr val="000066"/>
                  </a:solidFill>
                  <a:latin typeface="Arial" panose="020B0604020202020204" pitchFamily="34" charset="0"/>
                  <a:ea typeface="幼圆" panose="02010509060101010101" pitchFamily="49" charset="-122"/>
                </a:rPr>
                <a:t>5000</a:t>
              </a:r>
              <a:r>
                <a:rPr lang="zh-CN" altLang="en-US" b="1" dirty="0">
                  <a:solidFill>
                    <a:srgbClr val="000066"/>
                  </a:solidFill>
                  <a:latin typeface="Arial" panose="020B0604020202020204" pitchFamily="34" charset="0"/>
                  <a:ea typeface="幼圆" panose="02010509060101010101" pitchFamily="49" charset="-122"/>
                </a:rPr>
                <a:t>次加法</a:t>
              </a:r>
              <a:r>
                <a:rPr lang="en-US" altLang="zh-CN" b="1" dirty="0">
                  <a:solidFill>
                    <a:srgbClr val="000066"/>
                  </a:solidFill>
                  <a:latin typeface="Arial" panose="020B0604020202020204" pitchFamily="34" charset="0"/>
                  <a:ea typeface="幼圆" panose="02010509060101010101" pitchFamily="49" charset="-122"/>
                </a:rPr>
                <a:t>/</a:t>
              </a:r>
              <a:r>
                <a:rPr lang="zh-CN" altLang="en-US" b="1" dirty="0">
                  <a:solidFill>
                    <a:srgbClr val="000066"/>
                  </a:solidFill>
                  <a:latin typeface="Arial" panose="020B0604020202020204" pitchFamily="34" charset="0"/>
                  <a:ea typeface="幼圆" panose="02010509060101010101" pitchFamily="49" charset="-122"/>
                </a:rPr>
                <a:t>秒</a:t>
              </a:r>
            </a:p>
            <a:p>
              <a:pPr>
                <a:spcBef>
                  <a:spcPct val="50000"/>
                </a:spcBef>
              </a:pPr>
              <a:r>
                <a:rPr lang="zh-CN" altLang="en-US" b="1" dirty="0">
                  <a:solidFill>
                    <a:srgbClr val="000066"/>
                  </a:solidFill>
                  <a:latin typeface="Arial" panose="020B0604020202020204" pitchFamily="34" charset="0"/>
                  <a:ea typeface="幼圆" panose="02010509060101010101" pitchFamily="49" charset="-122"/>
                </a:rPr>
                <a:t>体重</a:t>
              </a:r>
              <a:r>
                <a:rPr lang="en-US" altLang="zh-CN" b="1" dirty="0">
                  <a:solidFill>
                    <a:srgbClr val="000066"/>
                  </a:solidFill>
                  <a:latin typeface="Arial" panose="020B0604020202020204" pitchFamily="34" charset="0"/>
                  <a:ea typeface="幼圆" panose="02010509060101010101" pitchFamily="49" charset="-122"/>
                </a:rPr>
                <a:t>28</a:t>
              </a:r>
              <a:r>
                <a:rPr lang="zh-CN" altLang="en-US" b="1" dirty="0">
                  <a:solidFill>
                    <a:srgbClr val="000066"/>
                  </a:solidFill>
                  <a:latin typeface="Arial" panose="020B0604020202020204" pitchFamily="34" charset="0"/>
                  <a:ea typeface="幼圆" panose="02010509060101010101" pitchFamily="49" charset="-122"/>
                </a:rPr>
                <a:t>吨</a:t>
              </a:r>
              <a:endParaRPr lang="zh-CN" altLang="en-US" b="1">
                <a:solidFill>
                  <a:srgbClr val="000066"/>
                </a:solidFill>
                <a:latin typeface="Arial" panose="020B0604020202020204" pitchFamily="34" charset="0"/>
                <a:ea typeface="幼圆" panose="02010509060101010101" pitchFamily="49" charset="-122"/>
              </a:endParaRPr>
            </a:p>
            <a:p>
              <a:pPr>
                <a:spcBef>
                  <a:spcPct val="50000"/>
                </a:spcBef>
              </a:pPr>
              <a:r>
                <a:rPr lang="zh-CN" altLang="en-US" b="1" dirty="0">
                  <a:solidFill>
                    <a:srgbClr val="000066"/>
                  </a:solidFill>
                  <a:latin typeface="Arial" panose="020B0604020202020204" pitchFamily="34" charset="0"/>
                  <a:ea typeface="幼圆" panose="02010509060101010101" pitchFamily="49" charset="-122"/>
                </a:rPr>
                <a:t>占地</a:t>
              </a:r>
              <a:r>
                <a:rPr lang="en-US" altLang="zh-CN" b="1">
                  <a:solidFill>
                    <a:srgbClr val="000066"/>
                  </a:solidFill>
                  <a:latin typeface="Arial" panose="020B0604020202020204" pitchFamily="34" charset="0"/>
                  <a:ea typeface="幼圆" panose="02010509060101010101" pitchFamily="49" charset="-122"/>
                </a:rPr>
                <a:t>170M</a:t>
              </a:r>
              <a:r>
                <a:rPr lang="en-US" altLang="zh-CN" b="1" baseline="30000">
                  <a:solidFill>
                    <a:srgbClr val="000066"/>
                  </a:solidFill>
                  <a:latin typeface="Arial" panose="020B0604020202020204" pitchFamily="34" charset="0"/>
                  <a:ea typeface="幼圆" panose="02010509060101010101" pitchFamily="49" charset="-122"/>
                </a:rPr>
                <a:t>2</a:t>
              </a:r>
            </a:p>
            <a:p>
              <a:pPr>
                <a:spcBef>
                  <a:spcPct val="50000"/>
                </a:spcBef>
              </a:pPr>
              <a:r>
                <a:rPr lang="en-US" altLang="zh-CN" b="1" dirty="0">
                  <a:solidFill>
                    <a:srgbClr val="000066"/>
                  </a:solidFill>
                  <a:latin typeface="Arial" panose="020B0604020202020204" pitchFamily="34" charset="0"/>
                  <a:ea typeface="幼圆" panose="02010509060101010101" pitchFamily="49" charset="-122"/>
                </a:rPr>
                <a:t>18,800</a:t>
              </a:r>
              <a:r>
                <a:rPr lang="zh-CN" altLang="en-US" b="1" dirty="0">
                  <a:solidFill>
                    <a:srgbClr val="000066"/>
                  </a:solidFill>
                  <a:latin typeface="Arial" panose="020B0604020202020204" pitchFamily="34" charset="0"/>
                  <a:ea typeface="幼圆" panose="02010509060101010101" pitchFamily="49" charset="-122"/>
                </a:rPr>
                <a:t>只电子管</a:t>
              </a:r>
            </a:p>
            <a:p>
              <a:pPr>
                <a:spcBef>
                  <a:spcPct val="50000"/>
                </a:spcBef>
              </a:pPr>
              <a:r>
                <a:rPr lang="en-US" altLang="zh-CN" b="1" dirty="0">
                  <a:solidFill>
                    <a:srgbClr val="000066"/>
                  </a:solidFill>
                  <a:latin typeface="Arial" panose="020B0604020202020204" pitchFamily="34" charset="0"/>
                  <a:ea typeface="幼圆" panose="02010509060101010101" pitchFamily="49" charset="-122"/>
                </a:rPr>
                <a:t>1500</a:t>
              </a:r>
              <a:r>
                <a:rPr lang="zh-CN" altLang="en-US" b="1" dirty="0">
                  <a:solidFill>
                    <a:srgbClr val="000066"/>
                  </a:solidFill>
                  <a:latin typeface="Arial" panose="020B0604020202020204" pitchFamily="34" charset="0"/>
                  <a:ea typeface="幼圆" panose="02010509060101010101" pitchFamily="49" charset="-122"/>
                </a:rPr>
                <a:t>个继电器</a:t>
              </a:r>
            </a:p>
            <a:p>
              <a:pPr>
                <a:spcBef>
                  <a:spcPct val="50000"/>
                </a:spcBef>
              </a:pPr>
              <a:r>
                <a:rPr lang="zh-CN" altLang="en-US" b="1" dirty="0">
                  <a:solidFill>
                    <a:srgbClr val="000066"/>
                  </a:solidFill>
                  <a:latin typeface="Arial" panose="020B0604020202020204" pitchFamily="34" charset="0"/>
                  <a:ea typeface="幼圆" panose="02010509060101010101" pitchFamily="49" charset="-122"/>
                </a:rPr>
                <a:t>耗电</a:t>
              </a:r>
              <a:r>
                <a:rPr lang="en-US" altLang="zh-CN" b="1">
                  <a:solidFill>
                    <a:srgbClr val="000066"/>
                  </a:solidFill>
                  <a:latin typeface="Arial" panose="020B0604020202020204" pitchFamily="34" charset="0"/>
                  <a:ea typeface="幼圆" panose="02010509060101010101" pitchFamily="49" charset="-122"/>
                </a:rPr>
                <a:t>150KW</a:t>
              </a:r>
            </a:p>
          </p:txBody>
        </p:sp>
        <p:graphicFrame>
          <p:nvGraphicFramePr>
            <p:cNvPr id="26629" name="对象 671750"/>
            <p:cNvGraphicFramePr/>
            <p:nvPr/>
          </p:nvGraphicFramePr>
          <p:xfrm>
            <a:off x="672" y="1680"/>
            <a:ext cx="218" cy="215"/>
          </p:xfrm>
          <a:graphic>
            <a:graphicData uri="http://schemas.openxmlformats.org/presentationml/2006/ole">
              <mc:AlternateContent xmlns:mc="http://schemas.openxmlformats.org/markup-compatibility/2006">
                <mc:Choice xmlns:v="urn:schemas-microsoft-com:vml" Requires="v">
                  <p:oleObj spid="_x0000_s3084" r:id="rId4" imgW="685800" imgH="676275" progId="Paint.Picture">
                    <p:embed/>
                  </p:oleObj>
                </mc:Choice>
                <mc:Fallback>
                  <p:oleObj r:id="rId4" imgW="685800" imgH="676275" progId="Paint.Picture">
                    <p:embed/>
                    <p:pic>
                      <p:nvPicPr>
                        <p:cNvPr id="0" name="图片 3076"/>
                        <p:cNvPicPr/>
                        <p:nvPr/>
                      </p:nvPicPr>
                      <p:blipFill>
                        <a:blip r:embed="rId5">
                          <a:clrChange>
                            <a:clrFrom>
                              <a:srgbClr val="FFFFFF"/>
                            </a:clrFrom>
                            <a:clrTo>
                              <a:srgbClr val="FFFFFF">
                                <a:alpha val="0"/>
                              </a:srgbClr>
                            </a:clrTo>
                          </a:clrChange>
                        </a:blip>
                        <a:stretch>
                          <a:fillRect/>
                        </a:stretch>
                      </p:blipFill>
                      <p:spPr>
                        <a:xfrm>
                          <a:off x="672" y="1680"/>
                          <a:ext cx="218" cy="215"/>
                        </a:xfrm>
                        <a:prstGeom prst="rect">
                          <a:avLst/>
                        </a:prstGeom>
                        <a:noFill/>
                        <a:ln w="38100">
                          <a:noFill/>
                          <a:miter/>
                        </a:ln>
                      </p:spPr>
                    </p:pic>
                  </p:oleObj>
                </mc:Fallback>
              </mc:AlternateContent>
            </a:graphicData>
          </a:graphic>
        </p:graphicFrame>
        <p:graphicFrame>
          <p:nvGraphicFramePr>
            <p:cNvPr id="26630" name="对象 671751"/>
            <p:cNvGraphicFramePr/>
            <p:nvPr/>
          </p:nvGraphicFramePr>
          <p:xfrm>
            <a:off x="672" y="2020"/>
            <a:ext cx="218" cy="215"/>
          </p:xfrm>
          <a:graphic>
            <a:graphicData uri="http://schemas.openxmlformats.org/presentationml/2006/ole">
              <mc:AlternateContent xmlns:mc="http://schemas.openxmlformats.org/markup-compatibility/2006">
                <mc:Choice xmlns:v="urn:schemas-microsoft-com:vml" Requires="v">
                  <p:oleObj spid="_x0000_s3085" r:id="rId6" imgW="685800" imgH="676275" progId="Paint.Picture">
                    <p:embed/>
                  </p:oleObj>
                </mc:Choice>
                <mc:Fallback>
                  <p:oleObj r:id="rId6" imgW="685800" imgH="676275" progId="Paint.Picture">
                    <p:embed/>
                    <p:pic>
                      <p:nvPicPr>
                        <p:cNvPr id="0" name="图片 3080"/>
                        <p:cNvPicPr/>
                        <p:nvPr/>
                      </p:nvPicPr>
                      <p:blipFill>
                        <a:blip r:embed="rId5">
                          <a:clrChange>
                            <a:clrFrom>
                              <a:srgbClr val="FFFFFF"/>
                            </a:clrFrom>
                            <a:clrTo>
                              <a:srgbClr val="FFFFFF">
                                <a:alpha val="0"/>
                              </a:srgbClr>
                            </a:clrTo>
                          </a:clrChange>
                        </a:blip>
                        <a:stretch>
                          <a:fillRect/>
                        </a:stretch>
                      </p:blipFill>
                      <p:spPr>
                        <a:xfrm>
                          <a:off x="672" y="2020"/>
                          <a:ext cx="218" cy="215"/>
                        </a:xfrm>
                        <a:prstGeom prst="rect">
                          <a:avLst/>
                        </a:prstGeom>
                        <a:noFill/>
                        <a:ln w="38100">
                          <a:noFill/>
                          <a:miter/>
                        </a:ln>
                      </p:spPr>
                    </p:pic>
                  </p:oleObj>
                </mc:Fallback>
              </mc:AlternateContent>
            </a:graphicData>
          </a:graphic>
        </p:graphicFrame>
        <p:graphicFrame>
          <p:nvGraphicFramePr>
            <p:cNvPr id="26631" name="对象 671752"/>
            <p:cNvGraphicFramePr/>
            <p:nvPr/>
          </p:nvGraphicFramePr>
          <p:xfrm>
            <a:off x="672" y="2361"/>
            <a:ext cx="218" cy="215"/>
          </p:xfrm>
          <a:graphic>
            <a:graphicData uri="http://schemas.openxmlformats.org/presentationml/2006/ole">
              <mc:AlternateContent xmlns:mc="http://schemas.openxmlformats.org/markup-compatibility/2006">
                <mc:Choice xmlns:v="urn:schemas-microsoft-com:vml" Requires="v">
                  <p:oleObj spid="_x0000_s3086" r:id="rId7" imgW="685800" imgH="676275" progId="Paint.Picture">
                    <p:embed/>
                  </p:oleObj>
                </mc:Choice>
                <mc:Fallback>
                  <p:oleObj r:id="rId7" imgW="685800" imgH="676275" progId="Paint.Picture">
                    <p:embed/>
                    <p:pic>
                      <p:nvPicPr>
                        <p:cNvPr id="0" name="图片 3075"/>
                        <p:cNvPicPr/>
                        <p:nvPr/>
                      </p:nvPicPr>
                      <p:blipFill>
                        <a:blip r:embed="rId5">
                          <a:clrChange>
                            <a:clrFrom>
                              <a:srgbClr val="FFFFFF"/>
                            </a:clrFrom>
                            <a:clrTo>
                              <a:srgbClr val="FFFFFF">
                                <a:alpha val="0"/>
                              </a:srgbClr>
                            </a:clrTo>
                          </a:clrChange>
                        </a:blip>
                        <a:stretch>
                          <a:fillRect/>
                        </a:stretch>
                      </p:blipFill>
                      <p:spPr>
                        <a:xfrm>
                          <a:off x="672" y="2361"/>
                          <a:ext cx="218" cy="215"/>
                        </a:xfrm>
                        <a:prstGeom prst="rect">
                          <a:avLst/>
                        </a:prstGeom>
                        <a:noFill/>
                        <a:ln w="38100">
                          <a:noFill/>
                          <a:miter/>
                        </a:ln>
                      </p:spPr>
                    </p:pic>
                  </p:oleObj>
                </mc:Fallback>
              </mc:AlternateContent>
            </a:graphicData>
          </a:graphic>
        </p:graphicFrame>
        <p:graphicFrame>
          <p:nvGraphicFramePr>
            <p:cNvPr id="26632" name="对象 671753"/>
            <p:cNvGraphicFramePr/>
            <p:nvPr/>
          </p:nvGraphicFramePr>
          <p:xfrm>
            <a:off x="672" y="2701"/>
            <a:ext cx="218" cy="215"/>
          </p:xfrm>
          <a:graphic>
            <a:graphicData uri="http://schemas.openxmlformats.org/presentationml/2006/ole">
              <mc:AlternateContent xmlns:mc="http://schemas.openxmlformats.org/markup-compatibility/2006">
                <mc:Choice xmlns:v="urn:schemas-microsoft-com:vml" Requires="v">
                  <p:oleObj spid="_x0000_s3087" r:id="rId8" imgW="685800" imgH="676275" progId="Paint.Picture">
                    <p:embed/>
                  </p:oleObj>
                </mc:Choice>
                <mc:Fallback>
                  <p:oleObj r:id="rId8" imgW="685800" imgH="676275" progId="Paint.Picture">
                    <p:embed/>
                    <p:pic>
                      <p:nvPicPr>
                        <p:cNvPr id="0" name="图片 3077"/>
                        <p:cNvPicPr/>
                        <p:nvPr/>
                      </p:nvPicPr>
                      <p:blipFill>
                        <a:blip r:embed="rId5">
                          <a:clrChange>
                            <a:clrFrom>
                              <a:srgbClr val="FFFFFF"/>
                            </a:clrFrom>
                            <a:clrTo>
                              <a:srgbClr val="FFFFFF">
                                <a:alpha val="0"/>
                              </a:srgbClr>
                            </a:clrTo>
                          </a:clrChange>
                        </a:blip>
                        <a:stretch>
                          <a:fillRect/>
                        </a:stretch>
                      </p:blipFill>
                      <p:spPr>
                        <a:xfrm>
                          <a:off x="672" y="2701"/>
                          <a:ext cx="218" cy="215"/>
                        </a:xfrm>
                        <a:prstGeom prst="rect">
                          <a:avLst/>
                        </a:prstGeom>
                        <a:noFill/>
                        <a:ln w="38100">
                          <a:noFill/>
                          <a:miter/>
                        </a:ln>
                      </p:spPr>
                    </p:pic>
                  </p:oleObj>
                </mc:Fallback>
              </mc:AlternateContent>
            </a:graphicData>
          </a:graphic>
        </p:graphicFrame>
        <p:graphicFrame>
          <p:nvGraphicFramePr>
            <p:cNvPr id="26633" name="对象 671754"/>
            <p:cNvGraphicFramePr/>
            <p:nvPr/>
          </p:nvGraphicFramePr>
          <p:xfrm>
            <a:off x="672" y="3042"/>
            <a:ext cx="218" cy="215"/>
          </p:xfrm>
          <a:graphic>
            <a:graphicData uri="http://schemas.openxmlformats.org/presentationml/2006/ole">
              <mc:AlternateContent xmlns:mc="http://schemas.openxmlformats.org/markup-compatibility/2006">
                <mc:Choice xmlns:v="urn:schemas-microsoft-com:vml" Requires="v">
                  <p:oleObj spid="_x0000_s3088" r:id="rId9" imgW="685800" imgH="676275" progId="Paint.Picture">
                    <p:embed/>
                  </p:oleObj>
                </mc:Choice>
                <mc:Fallback>
                  <p:oleObj r:id="rId9" imgW="685800" imgH="676275" progId="Paint.Picture">
                    <p:embed/>
                    <p:pic>
                      <p:nvPicPr>
                        <p:cNvPr id="0" name="图片 3078"/>
                        <p:cNvPicPr/>
                        <p:nvPr/>
                      </p:nvPicPr>
                      <p:blipFill>
                        <a:blip r:embed="rId5">
                          <a:clrChange>
                            <a:clrFrom>
                              <a:srgbClr val="FFFFFF"/>
                            </a:clrFrom>
                            <a:clrTo>
                              <a:srgbClr val="FFFFFF">
                                <a:alpha val="0"/>
                              </a:srgbClr>
                            </a:clrTo>
                          </a:clrChange>
                        </a:blip>
                        <a:stretch>
                          <a:fillRect/>
                        </a:stretch>
                      </p:blipFill>
                      <p:spPr>
                        <a:xfrm>
                          <a:off x="672" y="3042"/>
                          <a:ext cx="218" cy="215"/>
                        </a:xfrm>
                        <a:prstGeom prst="rect">
                          <a:avLst/>
                        </a:prstGeom>
                        <a:noFill/>
                        <a:ln w="38100">
                          <a:noFill/>
                          <a:miter/>
                        </a:ln>
                      </p:spPr>
                    </p:pic>
                  </p:oleObj>
                </mc:Fallback>
              </mc:AlternateContent>
            </a:graphicData>
          </a:graphic>
        </p:graphicFrame>
        <p:graphicFrame>
          <p:nvGraphicFramePr>
            <p:cNvPr id="26634" name="对象 671755"/>
            <p:cNvGraphicFramePr/>
            <p:nvPr/>
          </p:nvGraphicFramePr>
          <p:xfrm>
            <a:off x="672" y="3383"/>
            <a:ext cx="218" cy="215"/>
          </p:xfrm>
          <a:graphic>
            <a:graphicData uri="http://schemas.openxmlformats.org/presentationml/2006/ole">
              <mc:AlternateContent xmlns:mc="http://schemas.openxmlformats.org/markup-compatibility/2006">
                <mc:Choice xmlns:v="urn:schemas-microsoft-com:vml" Requires="v">
                  <p:oleObj spid="_x0000_s3089" r:id="rId10" imgW="685800" imgH="676275" progId="Paint.Picture">
                    <p:embed/>
                  </p:oleObj>
                </mc:Choice>
                <mc:Fallback>
                  <p:oleObj r:id="rId10" imgW="685800" imgH="676275" progId="Paint.Picture">
                    <p:embed/>
                    <p:pic>
                      <p:nvPicPr>
                        <p:cNvPr id="0" name="图片 3079"/>
                        <p:cNvPicPr/>
                        <p:nvPr/>
                      </p:nvPicPr>
                      <p:blipFill>
                        <a:blip r:embed="rId5">
                          <a:clrChange>
                            <a:clrFrom>
                              <a:srgbClr val="FFFFFF"/>
                            </a:clrFrom>
                            <a:clrTo>
                              <a:srgbClr val="FFFFFF">
                                <a:alpha val="0"/>
                              </a:srgbClr>
                            </a:clrTo>
                          </a:clrChange>
                        </a:blip>
                        <a:stretch>
                          <a:fillRect/>
                        </a:stretch>
                      </p:blipFill>
                      <p:spPr>
                        <a:xfrm>
                          <a:off x="672" y="3383"/>
                          <a:ext cx="218" cy="215"/>
                        </a:xfrm>
                        <a:prstGeom prst="rect">
                          <a:avLst/>
                        </a:prstGeom>
                        <a:noFill/>
                        <a:ln w="38100">
                          <a:noFill/>
                          <a:miter/>
                        </a:ln>
                      </p:spPr>
                    </p:pic>
                  </p:oleObj>
                </mc:Fallback>
              </mc:AlternateContent>
            </a:graphicData>
          </a:graphic>
        </p:graphicFrame>
      </p:grpSp>
      <p:sp>
        <p:nvSpPr>
          <p:cNvPr id="26635" name="文本框 671756"/>
          <p:cNvSpPr txBox="1"/>
          <p:nvPr/>
        </p:nvSpPr>
        <p:spPr>
          <a:xfrm>
            <a:off x="611188" y="765175"/>
            <a:ext cx="4824412" cy="579438"/>
          </a:xfrm>
          <a:prstGeom prst="rect">
            <a:avLst/>
          </a:prstGeom>
          <a:noFill/>
          <a:ln w="9525">
            <a:noFill/>
          </a:ln>
        </p:spPr>
        <p:txBody>
          <a:bodyPr anchor="t" anchorCtr="0">
            <a:spAutoFit/>
          </a:bodyPr>
          <a:lstStyle/>
          <a:p>
            <a:pPr>
              <a:spcBef>
                <a:spcPct val="50000"/>
              </a:spcBef>
            </a:pPr>
            <a:r>
              <a:rPr lang="zh-CN" altLang="en-US" sz="3200" b="1" dirty="0">
                <a:latin typeface="Arial" panose="020B0604020202020204" pitchFamily="34" charset="0"/>
                <a:ea typeface="宋体" panose="02010600030101010101" pitchFamily="2" charset="-122"/>
              </a:rPr>
              <a:t>二、计算机的发展史</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文本框 670721"/>
          <p:cNvSpPr txBox="1"/>
          <p:nvPr/>
        </p:nvSpPr>
        <p:spPr>
          <a:xfrm>
            <a:off x="468313" y="4221163"/>
            <a:ext cx="8229600" cy="1374775"/>
          </a:xfrm>
          <a:prstGeom prst="rect">
            <a:avLst/>
          </a:prstGeom>
          <a:noFill/>
          <a:ln w="9525">
            <a:noFill/>
          </a:ln>
        </p:spPr>
        <p:txBody>
          <a:bodyPr>
            <a:spAutoFit/>
          </a:bodyPr>
          <a:lstStyle/>
          <a:p>
            <a:pPr>
              <a:lnSpc>
                <a:spcPct val="150000"/>
              </a:lnSpc>
            </a:pPr>
            <a:r>
              <a:rPr lang="zh-CN" altLang="en-US" sz="2800" b="1" noProof="1">
                <a:solidFill>
                  <a:srgbClr val="FF0000"/>
                </a:solidFill>
                <a:effectLst>
                  <a:outerShdw blurRad="38100" dist="38100" dir="2700000">
                    <a:srgbClr val="C0C0C0"/>
                  </a:outerShdw>
                </a:effectLst>
                <a:latin typeface="楷体_GB2312" pitchFamily="49" charset="-122"/>
                <a:ea typeface="楷体_GB2312" pitchFamily="49" charset="-122"/>
                <a:cs typeface="+mn-cs"/>
              </a:rPr>
              <a:t>计算机的分类：大型机，巨型机，小型机，微型机，工程工作站，联机系统和计算机网络</a:t>
            </a:r>
            <a:r>
              <a:rPr lang="zh-CN" altLang="en-US" sz="2800" b="1" noProof="1">
                <a:effectLst>
                  <a:outerShdw blurRad="38100" dist="38100" dir="2700000">
                    <a:srgbClr val="C0C0C0"/>
                  </a:outerShdw>
                </a:effectLst>
                <a:latin typeface="楷体_GB2312" pitchFamily="49" charset="-122"/>
                <a:ea typeface="楷体_GB2312" pitchFamily="49" charset="-122"/>
                <a:cs typeface="+mn-cs"/>
              </a:rPr>
              <a:t>。</a:t>
            </a:r>
            <a:endParaRPr lang="zh-CN" altLang="en-US" sz="2800" b="1" noProof="1">
              <a:effectLst>
                <a:outerShdw blurRad="38100" dist="38100" dir="2700000">
                  <a:srgbClr val="C0C0C0"/>
                </a:outerShdw>
              </a:effectLst>
              <a:latin typeface="楷体_GB2312" pitchFamily="49" charset="-122"/>
              <a:ea typeface="楷体_GB2312" pitchFamily="49" charset="-122"/>
            </a:endParaRPr>
          </a:p>
        </p:txBody>
      </p:sp>
      <p:sp>
        <p:nvSpPr>
          <p:cNvPr id="670723" name="矩形 670722"/>
          <p:cNvSpPr/>
          <p:nvPr/>
        </p:nvSpPr>
        <p:spPr>
          <a:xfrm>
            <a:off x="468313" y="1628775"/>
            <a:ext cx="7924800" cy="1374775"/>
          </a:xfrm>
          <a:prstGeom prst="rect">
            <a:avLst/>
          </a:prstGeom>
          <a:noFill/>
          <a:ln w="38100">
            <a:noFill/>
          </a:ln>
        </p:spPr>
        <p:txBody>
          <a:bodyPr>
            <a:spAutoFit/>
          </a:bodyPr>
          <a:lstStyle/>
          <a:p>
            <a:pPr algn="ctr" fontAlgn="base">
              <a:lnSpc>
                <a:spcPct val="150000"/>
              </a:lnSpc>
            </a:pPr>
            <a:r>
              <a:rPr lang="zh-CN" altLang="en-US" sz="2800" b="1" strike="noStrike" noProof="1">
                <a:solidFill>
                  <a:srgbClr val="FF0000"/>
                </a:solidFill>
                <a:effectLst>
                  <a:outerShdw blurRad="38100" dist="38100" dir="2700000">
                    <a:srgbClr val="C0C0C0"/>
                  </a:outerShdw>
                </a:effectLst>
                <a:latin typeface="楷体_GB2312" pitchFamily="49" charset="-122"/>
                <a:ea typeface="楷体_GB2312" pitchFamily="49" charset="-122"/>
                <a:cs typeface="+mn-cs"/>
              </a:rPr>
              <a:t>第三代</a:t>
            </a:r>
            <a:r>
              <a:rPr lang="zh-CN" altLang="en-US" sz="2800" b="1" strike="noStrike" noProof="1">
                <a:effectLst>
                  <a:outerShdw blurRad="38100" dist="38100" dir="2700000">
                    <a:srgbClr val="C0C0C0"/>
                  </a:outerShdw>
                </a:effectLst>
                <a:latin typeface="楷体_GB2312" pitchFamily="49" charset="-122"/>
                <a:ea typeface="楷体_GB2312" pitchFamily="49" charset="-122"/>
                <a:cs typeface="+mn-cs"/>
              </a:rPr>
              <a:t>：集成电路计算机时代（</a:t>
            </a:r>
            <a:r>
              <a:rPr lang="en-US" altLang="zh-CN" sz="2800" b="1" strike="noStrike" noProof="1">
                <a:effectLst>
                  <a:outerShdw blurRad="38100" dist="38100" dir="2700000">
                    <a:srgbClr val="C0C0C0"/>
                  </a:outerShdw>
                </a:effectLst>
                <a:latin typeface="楷体_GB2312" pitchFamily="49" charset="-122"/>
                <a:ea typeface="楷体_GB2312" pitchFamily="49" charset="-122"/>
                <a:cs typeface="+mn-cs"/>
              </a:rPr>
              <a:t>60</a:t>
            </a:r>
            <a:r>
              <a:rPr lang="zh-CN" altLang="en-US" sz="2800" b="1" strike="noStrike" noProof="1">
                <a:effectLst>
                  <a:outerShdw blurRad="38100" dist="38100" dir="2700000">
                    <a:srgbClr val="C0C0C0"/>
                  </a:outerShdw>
                </a:effectLst>
                <a:latin typeface="楷体_GB2312" pitchFamily="49" charset="-122"/>
                <a:ea typeface="楷体_GB2312" pitchFamily="49" charset="-122"/>
                <a:cs typeface="+mn-cs"/>
              </a:rPr>
              <a:t>年代中期到</a:t>
            </a:r>
            <a:r>
              <a:rPr lang="en-US" altLang="zh-CN" sz="2800" b="1" strike="noStrike" noProof="1">
                <a:effectLst>
                  <a:outerShdw blurRad="38100" dist="38100" dir="2700000">
                    <a:srgbClr val="C0C0C0"/>
                  </a:outerShdw>
                </a:effectLst>
                <a:latin typeface="楷体_GB2312" pitchFamily="49" charset="-122"/>
                <a:ea typeface="楷体_GB2312" pitchFamily="49" charset="-122"/>
                <a:cs typeface="+mn-cs"/>
              </a:rPr>
              <a:t>70</a:t>
            </a:r>
            <a:r>
              <a:rPr lang="zh-CN" altLang="en-US" sz="2800" b="1" strike="noStrike" noProof="1">
                <a:effectLst>
                  <a:outerShdw blurRad="38100" dist="38100" dir="2700000">
                    <a:srgbClr val="C0C0C0"/>
                  </a:outerShdw>
                </a:effectLst>
                <a:latin typeface="楷体_GB2312" pitchFamily="49" charset="-122"/>
                <a:ea typeface="楷体_GB2312" pitchFamily="49" charset="-122"/>
                <a:cs typeface="+mn-cs"/>
              </a:rPr>
              <a:t>年代前期），采用集成电路作为基本器件。</a:t>
            </a:r>
            <a:endParaRPr lang="zh-CN" altLang="en-US" sz="2800" b="1" strike="noStrike" noProof="1">
              <a:effectLst>
                <a:outerShdw blurRad="38100" dist="38100" dir="2700000">
                  <a:srgbClr val="C0C0C0"/>
                </a:outerShdw>
              </a:effectLst>
              <a:latin typeface="楷体_GB2312" pitchFamily="49" charset="-122"/>
              <a:ea typeface="楷体_GB2312" pitchFamily="49" charset="-122"/>
            </a:endParaRPr>
          </a:p>
        </p:txBody>
      </p:sp>
      <p:sp>
        <p:nvSpPr>
          <p:cNvPr id="670724" name="矩形 670723"/>
          <p:cNvSpPr/>
          <p:nvPr/>
        </p:nvSpPr>
        <p:spPr>
          <a:xfrm>
            <a:off x="527050" y="3152775"/>
            <a:ext cx="8223250" cy="733425"/>
          </a:xfrm>
          <a:prstGeom prst="rect">
            <a:avLst/>
          </a:prstGeom>
          <a:noFill/>
          <a:ln w="38100">
            <a:noFill/>
          </a:ln>
        </p:spPr>
        <p:txBody>
          <a:bodyPr wrap="none" anchor="t">
            <a:spAutoFit/>
          </a:bodyPr>
          <a:lstStyle/>
          <a:p>
            <a:pPr algn="ctr" fontAlgn="base">
              <a:lnSpc>
                <a:spcPct val="150000"/>
              </a:lnSpc>
            </a:pPr>
            <a:r>
              <a:rPr lang="zh-CN" altLang="en-US" sz="2800" b="1" strike="noStrike" noProof="1">
                <a:solidFill>
                  <a:srgbClr val="FF0000"/>
                </a:solidFill>
                <a:effectLst>
                  <a:outerShdw blurRad="38100" dist="38100" dir="2700000">
                    <a:srgbClr val="C0C0C0"/>
                  </a:outerShdw>
                </a:effectLst>
                <a:latin typeface="楷体_GB2312" pitchFamily="49" charset="-122"/>
                <a:ea typeface="楷体_GB2312" pitchFamily="49" charset="-122"/>
                <a:cs typeface="+mn-cs"/>
              </a:rPr>
              <a:t>第四代</a:t>
            </a:r>
            <a:r>
              <a:rPr lang="zh-CN" altLang="en-US" sz="2800" b="1" strike="noStrike" noProof="1">
                <a:effectLst>
                  <a:outerShdw blurRad="38100" dist="38100" dir="2700000">
                    <a:srgbClr val="C0C0C0"/>
                  </a:outerShdw>
                </a:effectLst>
                <a:latin typeface="楷体_GB2312" pitchFamily="49" charset="-122"/>
                <a:ea typeface="楷体_GB2312" pitchFamily="49" charset="-122"/>
                <a:cs typeface="+mn-cs"/>
              </a:rPr>
              <a:t>：大规模集成电路计算机时代（</a:t>
            </a:r>
            <a:r>
              <a:rPr lang="en-US" altLang="zh-CN" sz="2800" b="1" strike="noStrike" noProof="1">
                <a:effectLst>
                  <a:outerShdw blurRad="38100" dist="38100" dir="2700000">
                    <a:srgbClr val="C0C0C0"/>
                  </a:outerShdw>
                </a:effectLst>
                <a:latin typeface="楷体_GB2312" pitchFamily="49" charset="-122"/>
                <a:ea typeface="楷体_GB2312" pitchFamily="49" charset="-122"/>
                <a:cs typeface="+mn-cs"/>
              </a:rPr>
              <a:t>70</a:t>
            </a:r>
            <a:r>
              <a:rPr lang="zh-CN" altLang="en-US" sz="2800" b="1" strike="noStrike" noProof="1">
                <a:effectLst>
                  <a:outerShdw blurRad="38100" dist="38100" dir="2700000">
                    <a:srgbClr val="C0C0C0"/>
                  </a:outerShdw>
                </a:effectLst>
                <a:latin typeface="楷体_GB2312" pitchFamily="49" charset="-122"/>
                <a:ea typeface="楷体_GB2312" pitchFamily="49" charset="-122"/>
                <a:cs typeface="+mn-cs"/>
              </a:rPr>
              <a:t>年代初） </a:t>
            </a:r>
            <a:endParaRPr lang="zh-CN" altLang="en-US" sz="2800" b="1" strike="noStrike" noProof="1">
              <a:effectLst>
                <a:outerShdw blurRad="38100" dist="38100" dir="2700000">
                  <a:srgbClr val="C0C0C0"/>
                </a:outerShdw>
              </a:effectLst>
              <a:latin typeface="楷体_GB2312" pitchFamily="49" charset="-122"/>
              <a:ea typeface="楷体_GB2312" pitchFamily="49" charset="-122"/>
            </a:endParaRPr>
          </a:p>
        </p:txBody>
      </p:sp>
      <p:sp>
        <p:nvSpPr>
          <p:cNvPr id="27652" name="文本框 670725"/>
          <p:cNvSpPr txBox="1"/>
          <p:nvPr/>
        </p:nvSpPr>
        <p:spPr>
          <a:xfrm>
            <a:off x="611188" y="765175"/>
            <a:ext cx="4824412" cy="579438"/>
          </a:xfrm>
          <a:prstGeom prst="rect">
            <a:avLst/>
          </a:prstGeom>
          <a:noFill/>
          <a:ln w="9525">
            <a:noFill/>
          </a:ln>
        </p:spPr>
        <p:txBody>
          <a:bodyPr anchor="t" anchorCtr="0">
            <a:spAutoFit/>
          </a:bodyPr>
          <a:lstStyle/>
          <a:p>
            <a:pPr>
              <a:spcBef>
                <a:spcPct val="50000"/>
              </a:spcBef>
            </a:pPr>
            <a:r>
              <a:rPr lang="zh-CN" altLang="en-US" sz="3200" b="1" dirty="0">
                <a:latin typeface="Arial" panose="020B0604020202020204" pitchFamily="34" charset="0"/>
                <a:ea typeface="宋体" panose="02010600030101010101" pitchFamily="2" charset="-122"/>
              </a:rPr>
              <a:t>二、计算机的发展史</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文本框 672769"/>
          <p:cNvSpPr txBox="1"/>
          <p:nvPr/>
        </p:nvSpPr>
        <p:spPr>
          <a:xfrm>
            <a:off x="304800" y="1793875"/>
            <a:ext cx="8305800" cy="2016125"/>
          </a:xfrm>
          <a:prstGeom prst="rect">
            <a:avLst/>
          </a:prstGeom>
          <a:noFill/>
          <a:ln w="9525">
            <a:noFill/>
          </a:ln>
        </p:spPr>
        <p:txBody>
          <a:bodyPr>
            <a:spAutoFit/>
          </a:bodyPr>
          <a:lstStyle/>
          <a:p>
            <a:pPr>
              <a:lnSpc>
                <a:spcPct val="150000"/>
              </a:lnSpc>
            </a:pPr>
            <a:r>
              <a:rPr lang="en-US" altLang="zh-CN" sz="2800" b="1" noProof="1">
                <a:effectLst>
                  <a:outerShdw blurRad="38100" dist="38100" dir="2700000">
                    <a:srgbClr val="C0C0C0"/>
                  </a:outerShdw>
                </a:effectLst>
                <a:latin typeface="楷体_GB2312" pitchFamily="49" charset="-122"/>
                <a:ea typeface="楷体_GB2312" pitchFamily="49" charset="-122"/>
                <a:cs typeface="+mn-cs"/>
              </a:rPr>
              <a:t>    </a:t>
            </a:r>
            <a:r>
              <a:rPr lang="zh-CN" altLang="en-US" sz="2800" b="1" noProof="1">
                <a:effectLst>
                  <a:outerShdw blurRad="38100" dist="38100" dir="2700000">
                    <a:srgbClr val="C0C0C0"/>
                  </a:outerShdw>
                </a:effectLst>
                <a:latin typeface="楷体_GB2312" pitchFamily="49" charset="-122"/>
                <a:ea typeface="楷体_GB2312" pitchFamily="49" charset="-122"/>
                <a:cs typeface="+mn-cs"/>
              </a:rPr>
              <a:t>计算机的主要</a:t>
            </a:r>
            <a:r>
              <a:rPr lang="zh-CN" altLang="en-US" sz="2800" b="1" noProof="1">
                <a:solidFill>
                  <a:srgbClr val="FF0000"/>
                </a:solidFill>
                <a:effectLst>
                  <a:outerShdw blurRad="38100" dist="38100" dir="2700000">
                    <a:srgbClr val="C0C0C0"/>
                  </a:outerShdw>
                </a:effectLst>
                <a:latin typeface="楷体_GB2312" pitchFamily="49" charset="-122"/>
                <a:ea typeface="楷体_GB2312" pitchFamily="49" charset="-122"/>
                <a:cs typeface="+mn-cs"/>
              </a:rPr>
              <a:t>应用领域</a:t>
            </a:r>
            <a:r>
              <a:rPr lang="zh-CN" altLang="en-US" sz="2800" b="1" noProof="1">
                <a:effectLst>
                  <a:outerShdw blurRad="38100" dist="38100" dir="2700000">
                    <a:srgbClr val="C0C0C0"/>
                  </a:outerShdw>
                </a:effectLst>
                <a:latin typeface="楷体_GB2312" pitchFamily="49" charset="-122"/>
                <a:ea typeface="楷体_GB2312" pitchFamily="49" charset="-122"/>
                <a:cs typeface="+mn-cs"/>
              </a:rPr>
              <a:t>有科学计算，数据处理，计算机控制，计算机辅助设计</a:t>
            </a:r>
            <a:r>
              <a:rPr lang="en-US" altLang="zh-CN" sz="2800" b="1" noProof="1">
                <a:effectLst>
                  <a:outerShdw blurRad="38100" dist="38100" dir="2700000">
                    <a:srgbClr val="C0C0C0"/>
                  </a:outerShdw>
                </a:effectLst>
                <a:latin typeface="楷体_GB2312" pitchFamily="49" charset="-122"/>
                <a:ea typeface="楷体_GB2312" pitchFamily="49" charset="-122"/>
                <a:cs typeface="+mn-cs"/>
              </a:rPr>
              <a:t>/</a:t>
            </a:r>
            <a:r>
              <a:rPr lang="zh-CN" altLang="en-US" sz="2800" b="1" noProof="1">
                <a:effectLst>
                  <a:outerShdw blurRad="38100" dist="38100" dir="2700000">
                    <a:srgbClr val="C0C0C0"/>
                  </a:outerShdw>
                </a:effectLst>
                <a:latin typeface="楷体_GB2312" pitchFamily="49" charset="-122"/>
                <a:ea typeface="楷体_GB2312" pitchFamily="49" charset="-122"/>
                <a:cs typeface="+mn-cs"/>
              </a:rPr>
              <a:t>计算机辅助制造（</a:t>
            </a:r>
            <a:r>
              <a:rPr lang="en-US" altLang="zh-CN" sz="2800" b="1" noProof="1">
                <a:effectLst>
                  <a:outerShdw blurRad="38100" dist="38100" dir="2700000">
                    <a:srgbClr val="C0C0C0"/>
                  </a:outerShdw>
                </a:effectLst>
                <a:latin typeface="楷体_GB2312" pitchFamily="49" charset="-122"/>
                <a:ea typeface="楷体_GB2312" pitchFamily="49" charset="-122"/>
                <a:cs typeface="+mn-cs"/>
              </a:rPr>
              <a:t>CAD/CAM</a:t>
            </a:r>
            <a:r>
              <a:rPr lang="zh-CN" altLang="en-US" sz="2800" b="1" noProof="1">
                <a:effectLst>
                  <a:outerShdw blurRad="38100" dist="38100" dir="2700000">
                    <a:srgbClr val="C0C0C0"/>
                  </a:outerShdw>
                </a:effectLst>
                <a:latin typeface="楷体_GB2312" pitchFamily="49" charset="-122"/>
                <a:ea typeface="楷体_GB2312" pitchFamily="49" charset="-122"/>
                <a:cs typeface="+mn-cs"/>
              </a:rPr>
              <a:t>）</a:t>
            </a:r>
            <a:r>
              <a:rPr lang="en-US" altLang="zh-CN" sz="2800" b="1" noProof="1">
                <a:effectLst>
                  <a:outerShdw blurRad="38100" dist="38100" dir="2700000">
                    <a:srgbClr val="C0C0C0"/>
                  </a:outerShdw>
                </a:effectLst>
                <a:latin typeface="楷体_GB2312" pitchFamily="49" charset="-122"/>
                <a:ea typeface="楷体_GB2312" pitchFamily="49" charset="-122"/>
                <a:cs typeface="+mn-cs"/>
              </a:rPr>
              <a:t>,</a:t>
            </a:r>
            <a:r>
              <a:rPr lang="zh-CN" altLang="en-US" sz="2800" b="1" noProof="1">
                <a:effectLst>
                  <a:outerShdw blurRad="38100" dist="38100" dir="2700000">
                    <a:srgbClr val="C0C0C0"/>
                  </a:outerShdw>
                </a:effectLst>
                <a:latin typeface="楷体_GB2312" pitchFamily="49" charset="-122"/>
                <a:ea typeface="楷体_GB2312" pitchFamily="49" charset="-122"/>
                <a:cs typeface="+mn-cs"/>
              </a:rPr>
              <a:t>人工智能等。 </a:t>
            </a:r>
            <a:endParaRPr lang="zh-CN" altLang="en-US" sz="2800" b="1" noProof="1">
              <a:effectLst>
                <a:outerShdw blurRad="38100" dist="38100" dir="2700000">
                  <a:srgbClr val="C0C0C0"/>
                </a:outerShdw>
              </a:effectLst>
              <a:latin typeface="楷体_GB2312" pitchFamily="49" charset="-122"/>
              <a:ea typeface="楷体_GB2312" pitchFamily="49" charset="-122"/>
            </a:endParaRPr>
          </a:p>
        </p:txBody>
      </p:sp>
      <p:sp>
        <p:nvSpPr>
          <p:cNvPr id="28674" name="文本框 672771"/>
          <p:cNvSpPr txBox="1"/>
          <p:nvPr/>
        </p:nvSpPr>
        <p:spPr>
          <a:xfrm>
            <a:off x="611188" y="765175"/>
            <a:ext cx="4824412" cy="579438"/>
          </a:xfrm>
          <a:prstGeom prst="rect">
            <a:avLst/>
          </a:prstGeom>
          <a:noFill/>
          <a:ln w="9525">
            <a:noFill/>
          </a:ln>
        </p:spPr>
        <p:txBody>
          <a:bodyPr anchor="t" anchorCtr="0">
            <a:spAutoFit/>
          </a:bodyPr>
          <a:lstStyle/>
          <a:p>
            <a:pPr>
              <a:spcBef>
                <a:spcPct val="50000"/>
              </a:spcBef>
            </a:pPr>
            <a:r>
              <a:rPr lang="zh-CN" altLang="en-US" sz="3200" b="1" dirty="0">
                <a:latin typeface="Arial" panose="020B0604020202020204" pitchFamily="34" charset="0"/>
                <a:ea typeface="宋体" panose="02010600030101010101" pitchFamily="2" charset="-122"/>
              </a:rPr>
              <a:t>三、计算机的应用</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23d142bf-d734-4dbb-b124-9c706fb0d9e5"/>
  <p:tag name="COMMONDATA" val="eyJoZGlkIjoiZmVhODJiYTVlMjBlODJmNTE1NzZjOWJlNDYxNzZjMTM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FillBlank"/>
  <p:tag name="PROBLEMSCORE" val="5.0"/>
  <p:tag name="PROBLEMBLANK" val="[{&quot;num&quot;:1,&quot;caseSensitive&quot;:false,&quot;fuzzyMatch&quot;:true,&quot;Score&quot;:1.0,&quot;answers&quot;:[&quot;运算器&quot;]},{&quot;num&quot;:2,&quot;caseSensitive&quot;:false,&quot;fuzzyMatch&quot;:true,&quot;Score&quot;:1.0,&quot;answers&quot;:[&quot;控制器&quot;]},{&quot;num&quot;:3,&quot;caseSensitive&quot;:false,&quot;fuzzyMatch&quot;:true,&quot;Score&quot;:1.0,&quot;answers&quot;:[&quot;存储器&quot;]},{&quot;num&quot;:4,&quot;caseSensitive&quot;:false,&quot;fuzzyMatch&quot;:true,&quot;Score&quot;:1.0,&quot;answers&quot;:[&quot;输入系统&quot;]},{&quot;num&quot;:5,&quot;caseSensitive&quot;:false,&quot;fuzzyMatch&quot;:true,&quot;Score&quot;:1.0,&quot;answers&quot;:[&quot;输出系统&quot;]}]"/>
  <p:tag name="PROBLEMBLANKORDER" val="true"/>
  <p:tag name="PROBLEMBLANKKEYWORD" val="填空"/>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22.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2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 val="FillBlank"/>
  <p:tag name="PROBLEMSCORE" val="2.0"/>
  <p:tag name="PROBLEMBLANK" val="[{&quot;num&quot;:1,&quot;caseSensitive&quot;:false,&quot;fuzzyMatch&quot;:true,&quot;Score&quot;:1.0,&quot;answers&quot;:[&quot;运算器&quot;]},{&quot;num&quot;:2,&quot;caseSensitive&quot;:false,&quot;fuzzyMatch&quot;:true,&quot;Score&quot;:1.0,&quot;answers&quot;:[&quot;存储器&quot;]}]"/>
  <p:tag name="PROBLEMBLANKORDER" val="false"/>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31.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3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Blends">
  <a:themeElements>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fontScheme name="">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2F2F2"/>
        </a:accent5>
        <a:accent6>
          <a:srgbClr val="727272"/>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计算机组成原理">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Pixel">
  <a:themeElements>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66"/>
        </a:lt1>
        <a:dk2>
          <a:srgbClr val="FFFFFF"/>
        </a:dk2>
        <a:lt2>
          <a:srgbClr val="0066FF"/>
        </a:lt2>
        <a:accent1>
          <a:srgbClr val="6699FF"/>
        </a:accent1>
        <a:accent2>
          <a:srgbClr val="3333FF"/>
        </a:accent2>
        <a:accent3>
          <a:srgbClr val="AAAAB9"/>
        </a:accent3>
        <a:accent4>
          <a:srgbClr val="DCDCDC"/>
        </a:accent4>
        <a:accent5>
          <a:srgbClr val="B9CAFF"/>
        </a:accent5>
        <a:accent6>
          <a:srgbClr val="2D2DE5"/>
        </a:accent6>
        <a:hlink>
          <a:srgbClr val="FFCC00"/>
        </a:hlink>
        <a:folHlink>
          <a:srgbClr val="0000CC"/>
        </a:folHlink>
      </a:clrScheme>
      <a:clrMap bg1="lt1" tx1="dk1" bg2="lt2" tx2="dk2" accent1="accent1" accent2="accent2" accent3="accent3" accent4="accent4" accent5="accent5" accent6="accent6" hlink="hlink" folHlink="folHlink"/>
    </a:extraClrScheme>
    <a:extraClrScheme>
      <a:clrScheme name="">
        <a:dk1>
          <a:srgbClr val="FFFFFF"/>
        </a:dk1>
        <a:lt1>
          <a:srgbClr val="334B49"/>
        </a:lt1>
        <a:dk2>
          <a:srgbClr val="FFFFFF"/>
        </a:dk2>
        <a:lt2>
          <a:srgbClr val="009999"/>
        </a:lt2>
        <a:accent1>
          <a:srgbClr val="33CCCC"/>
        </a:accent1>
        <a:accent2>
          <a:srgbClr val="008080"/>
        </a:accent2>
        <a:accent3>
          <a:srgbClr val="ADB2B1"/>
        </a:accent3>
        <a:accent4>
          <a:srgbClr val="DCDCDC"/>
        </a:accent4>
        <a:accent5>
          <a:srgbClr val="ADE2E2"/>
        </a:accent5>
        <a:accent6>
          <a:srgbClr val="007272"/>
        </a:accent6>
        <a:hlink>
          <a:srgbClr val="FFCC00"/>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99"/>
        </a:lt1>
        <a:dk2>
          <a:srgbClr val="FFFFFF"/>
        </a:dk2>
        <a:lt2>
          <a:srgbClr val="006699"/>
        </a:lt2>
        <a:accent1>
          <a:srgbClr val="0099CC"/>
        </a:accent1>
        <a:accent2>
          <a:srgbClr val="0386AF"/>
        </a:accent2>
        <a:accent3>
          <a:srgbClr val="ADADCA"/>
        </a:accent3>
        <a:accent4>
          <a:srgbClr val="DCDCDC"/>
        </a:accent4>
        <a:accent5>
          <a:srgbClr val="AACAE2"/>
        </a:accent5>
        <a:accent6>
          <a:srgbClr val="02789D"/>
        </a:accent6>
        <a:hlink>
          <a:srgbClr val="FFCC00"/>
        </a:hlink>
        <a:folHlink>
          <a:srgbClr val="6699FF"/>
        </a:folHlink>
      </a:clrScheme>
      <a:clrMap bg1="lt1" tx1="dk1" bg2="lt2" tx2="dk2" accent1="accent1" accent2="accent2" accent3="accent3" accent4="accent4" accent5="accent5" accent6="accent6" hlink="hlink" folHlink="folHlink"/>
    </a:extraClrScheme>
    <a:extraClrScheme>
      <a:clrScheme name="">
        <a:dk1>
          <a:srgbClr val="FFFFFF"/>
        </a:dk1>
        <a:lt1>
          <a:srgbClr val="2F978D"/>
        </a:lt1>
        <a:dk2>
          <a:srgbClr val="FFFFFF"/>
        </a:dk2>
        <a:lt2>
          <a:srgbClr val="008080"/>
        </a:lt2>
        <a:accent1>
          <a:srgbClr val="0099FF"/>
        </a:accent1>
        <a:accent2>
          <a:srgbClr val="009999"/>
        </a:accent2>
        <a:accent3>
          <a:srgbClr val="ADC9C5"/>
        </a:accent3>
        <a:accent4>
          <a:srgbClr val="DCDCDC"/>
        </a:accent4>
        <a:accent5>
          <a:srgbClr val="AACAFF"/>
        </a:accent5>
        <a:accent6>
          <a:srgbClr val="008989"/>
        </a:accent6>
        <a:hlink>
          <a:srgbClr val="FFFFCC"/>
        </a:hlink>
        <a:folHlink>
          <a:srgbClr val="70CAC6"/>
        </a:folHlink>
      </a:clrScheme>
      <a:clrMap bg1="lt1" tx1="dk1" bg2="lt2" tx2="dk2" accent1="accent1" accent2="accent2" accent3="accent3" accent4="accent4" accent5="accent5" accent6="accent6" hlink="hlink" folHlink="folHlink"/>
    </a:extraClrScheme>
    <a:extraClrScheme>
      <a:clrScheme name="">
        <a:dk1>
          <a:srgbClr val="FFFFFF"/>
        </a:dk1>
        <a:lt1>
          <a:srgbClr val="330000"/>
        </a:lt1>
        <a:dk2>
          <a:srgbClr val="FFFFFF"/>
        </a:dk2>
        <a:lt2>
          <a:srgbClr val="822504"/>
        </a:lt2>
        <a:accent1>
          <a:srgbClr val="FF9900"/>
        </a:accent1>
        <a:accent2>
          <a:srgbClr val="9E2A06"/>
        </a:accent2>
        <a:accent3>
          <a:srgbClr val="ADAAAA"/>
        </a:accent3>
        <a:accent4>
          <a:srgbClr val="DCDCDC"/>
        </a:accent4>
        <a:accent5>
          <a:srgbClr val="FFCAAA"/>
        </a:accent5>
        <a:accent6>
          <a:srgbClr val="8D2504"/>
        </a:accent6>
        <a:hlink>
          <a:srgbClr val="FF3300"/>
        </a:hlink>
        <a:folHlink>
          <a:srgbClr val="7C0704"/>
        </a:folHlink>
      </a:clrScheme>
      <a:clrMap bg1="lt1" tx1="dk1" bg2="lt2" tx2="dk2" accent1="accent1" accent2="accent2" accent3="accent3" accent4="accent4" accent5="accent5" accent6="accent6" hlink="hlink" folHlink="folHlink"/>
    </a:extraClrScheme>
    <a:extraClrScheme>
      <a:clrScheme name="">
        <a:dk1>
          <a:srgbClr val="FFFFFF"/>
        </a:dk1>
        <a:lt1>
          <a:srgbClr val="4A7911"/>
        </a:lt1>
        <a:dk2>
          <a:srgbClr val="FFFFFF"/>
        </a:dk2>
        <a:lt2>
          <a:srgbClr val="336600"/>
        </a:lt2>
        <a:accent1>
          <a:srgbClr val="666633"/>
        </a:accent1>
        <a:accent2>
          <a:srgbClr val="669900"/>
        </a:accent2>
        <a:accent3>
          <a:srgbClr val="B2BEAA"/>
        </a:accent3>
        <a:accent4>
          <a:srgbClr val="DCDCDC"/>
        </a:accent4>
        <a:accent5>
          <a:srgbClr val="B9B9AD"/>
        </a:accent5>
        <a:accent6>
          <a:srgbClr val="5B8900"/>
        </a:accent6>
        <a:hlink>
          <a:srgbClr val="FFCC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75B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B89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C0465"/>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192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CAEC1"/>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Pixel">
  <a:themeElements>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66"/>
        </a:lt1>
        <a:dk2>
          <a:srgbClr val="FFFFFF"/>
        </a:dk2>
        <a:lt2>
          <a:srgbClr val="0066FF"/>
        </a:lt2>
        <a:accent1>
          <a:srgbClr val="6699FF"/>
        </a:accent1>
        <a:accent2>
          <a:srgbClr val="3333FF"/>
        </a:accent2>
        <a:accent3>
          <a:srgbClr val="AAAAB9"/>
        </a:accent3>
        <a:accent4>
          <a:srgbClr val="DCDCDC"/>
        </a:accent4>
        <a:accent5>
          <a:srgbClr val="B9CAFF"/>
        </a:accent5>
        <a:accent6>
          <a:srgbClr val="2D2DE5"/>
        </a:accent6>
        <a:hlink>
          <a:srgbClr val="FFCC00"/>
        </a:hlink>
        <a:folHlink>
          <a:srgbClr val="0000CC"/>
        </a:folHlink>
      </a:clrScheme>
      <a:clrMap bg1="lt1" tx1="dk1" bg2="lt2" tx2="dk2" accent1="accent1" accent2="accent2" accent3="accent3" accent4="accent4" accent5="accent5" accent6="accent6" hlink="hlink" folHlink="folHlink"/>
    </a:extraClrScheme>
    <a:extraClrScheme>
      <a:clrScheme name="">
        <a:dk1>
          <a:srgbClr val="FFFFFF"/>
        </a:dk1>
        <a:lt1>
          <a:srgbClr val="334B49"/>
        </a:lt1>
        <a:dk2>
          <a:srgbClr val="FFFFFF"/>
        </a:dk2>
        <a:lt2>
          <a:srgbClr val="009999"/>
        </a:lt2>
        <a:accent1>
          <a:srgbClr val="33CCCC"/>
        </a:accent1>
        <a:accent2>
          <a:srgbClr val="008080"/>
        </a:accent2>
        <a:accent3>
          <a:srgbClr val="ADB2B1"/>
        </a:accent3>
        <a:accent4>
          <a:srgbClr val="DCDCDC"/>
        </a:accent4>
        <a:accent5>
          <a:srgbClr val="ADE2E2"/>
        </a:accent5>
        <a:accent6>
          <a:srgbClr val="007272"/>
        </a:accent6>
        <a:hlink>
          <a:srgbClr val="FFCC00"/>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99"/>
        </a:lt1>
        <a:dk2>
          <a:srgbClr val="FFFFFF"/>
        </a:dk2>
        <a:lt2>
          <a:srgbClr val="006699"/>
        </a:lt2>
        <a:accent1>
          <a:srgbClr val="0099CC"/>
        </a:accent1>
        <a:accent2>
          <a:srgbClr val="0386AF"/>
        </a:accent2>
        <a:accent3>
          <a:srgbClr val="ADADCA"/>
        </a:accent3>
        <a:accent4>
          <a:srgbClr val="DCDCDC"/>
        </a:accent4>
        <a:accent5>
          <a:srgbClr val="AACAE2"/>
        </a:accent5>
        <a:accent6>
          <a:srgbClr val="02789D"/>
        </a:accent6>
        <a:hlink>
          <a:srgbClr val="FFCC00"/>
        </a:hlink>
        <a:folHlink>
          <a:srgbClr val="6699FF"/>
        </a:folHlink>
      </a:clrScheme>
      <a:clrMap bg1="lt1" tx1="dk1" bg2="lt2" tx2="dk2" accent1="accent1" accent2="accent2" accent3="accent3" accent4="accent4" accent5="accent5" accent6="accent6" hlink="hlink" folHlink="folHlink"/>
    </a:extraClrScheme>
    <a:extraClrScheme>
      <a:clrScheme name="">
        <a:dk1>
          <a:srgbClr val="FFFFFF"/>
        </a:dk1>
        <a:lt1>
          <a:srgbClr val="2F978D"/>
        </a:lt1>
        <a:dk2>
          <a:srgbClr val="FFFFFF"/>
        </a:dk2>
        <a:lt2>
          <a:srgbClr val="008080"/>
        </a:lt2>
        <a:accent1>
          <a:srgbClr val="0099FF"/>
        </a:accent1>
        <a:accent2>
          <a:srgbClr val="009999"/>
        </a:accent2>
        <a:accent3>
          <a:srgbClr val="ADC9C5"/>
        </a:accent3>
        <a:accent4>
          <a:srgbClr val="DCDCDC"/>
        </a:accent4>
        <a:accent5>
          <a:srgbClr val="AACAFF"/>
        </a:accent5>
        <a:accent6>
          <a:srgbClr val="008989"/>
        </a:accent6>
        <a:hlink>
          <a:srgbClr val="FFFFCC"/>
        </a:hlink>
        <a:folHlink>
          <a:srgbClr val="70CAC6"/>
        </a:folHlink>
      </a:clrScheme>
      <a:clrMap bg1="lt1" tx1="dk1" bg2="lt2" tx2="dk2" accent1="accent1" accent2="accent2" accent3="accent3" accent4="accent4" accent5="accent5" accent6="accent6" hlink="hlink" folHlink="folHlink"/>
    </a:extraClrScheme>
    <a:extraClrScheme>
      <a:clrScheme name="">
        <a:dk1>
          <a:srgbClr val="FFFFFF"/>
        </a:dk1>
        <a:lt1>
          <a:srgbClr val="330000"/>
        </a:lt1>
        <a:dk2>
          <a:srgbClr val="FFFFFF"/>
        </a:dk2>
        <a:lt2>
          <a:srgbClr val="822504"/>
        </a:lt2>
        <a:accent1>
          <a:srgbClr val="FF9900"/>
        </a:accent1>
        <a:accent2>
          <a:srgbClr val="9E2A06"/>
        </a:accent2>
        <a:accent3>
          <a:srgbClr val="ADAAAA"/>
        </a:accent3>
        <a:accent4>
          <a:srgbClr val="DCDCDC"/>
        </a:accent4>
        <a:accent5>
          <a:srgbClr val="FFCAAA"/>
        </a:accent5>
        <a:accent6>
          <a:srgbClr val="8D2504"/>
        </a:accent6>
        <a:hlink>
          <a:srgbClr val="FF3300"/>
        </a:hlink>
        <a:folHlink>
          <a:srgbClr val="7C0704"/>
        </a:folHlink>
      </a:clrScheme>
      <a:clrMap bg1="lt1" tx1="dk1" bg2="lt2" tx2="dk2" accent1="accent1" accent2="accent2" accent3="accent3" accent4="accent4" accent5="accent5" accent6="accent6" hlink="hlink" folHlink="folHlink"/>
    </a:extraClrScheme>
    <a:extraClrScheme>
      <a:clrScheme name="">
        <a:dk1>
          <a:srgbClr val="FFFFFF"/>
        </a:dk1>
        <a:lt1>
          <a:srgbClr val="4A7911"/>
        </a:lt1>
        <a:dk2>
          <a:srgbClr val="FFFFFF"/>
        </a:dk2>
        <a:lt2>
          <a:srgbClr val="336600"/>
        </a:lt2>
        <a:accent1>
          <a:srgbClr val="666633"/>
        </a:accent1>
        <a:accent2>
          <a:srgbClr val="669900"/>
        </a:accent2>
        <a:accent3>
          <a:srgbClr val="B2BEAA"/>
        </a:accent3>
        <a:accent4>
          <a:srgbClr val="DCDCDC"/>
        </a:accent4>
        <a:accent5>
          <a:srgbClr val="B9B9AD"/>
        </a:accent5>
        <a:accent6>
          <a:srgbClr val="5B8900"/>
        </a:accent6>
        <a:hlink>
          <a:srgbClr val="FFCC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75B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B89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C0465"/>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192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CAEC1"/>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Pixel">
  <a:themeElements>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66"/>
        </a:lt1>
        <a:dk2>
          <a:srgbClr val="FFFFFF"/>
        </a:dk2>
        <a:lt2>
          <a:srgbClr val="0066FF"/>
        </a:lt2>
        <a:accent1>
          <a:srgbClr val="6699FF"/>
        </a:accent1>
        <a:accent2>
          <a:srgbClr val="3333FF"/>
        </a:accent2>
        <a:accent3>
          <a:srgbClr val="AAAAB9"/>
        </a:accent3>
        <a:accent4>
          <a:srgbClr val="DCDCDC"/>
        </a:accent4>
        <a:accent5>
          <a:srgbClr val="B9CAFF"/>
        </a:accent5>
        <a:accent6>
          <a:srgbClr val="2D2DE5"/>
        </a:accent6>
        <a:hlink>
          <a:srgbClr val="FFCC00"/>
        </a:hlink>
        <a:folHlink>
          <a:srgbClr val="0000CC"/>
        </a:folHlink>
      </a:clrScheme>
      <a:clrMap bg1="lt1" tx1="dk1" bg2="lt2" tx2="dk2" accent1="accent1" accent2="accent2" accent3="accent3" accent4="accent4" accent5="accent5" accent6="accent6" hlink="hlink" folHlink="folHlink"/>
    </a:extraClrScheme>
    <a:extraClrScheme>
      <a:clrScheme name="">
        <a:dk1>
          <a:srgbClr val="FFFFFF"/>
        </a:dk1>
        <a:lt1>
          <a:srgbClr val="334B49"/>
        </a:lt1>
        <a:dk2>
          <a:srgbClr val="FFFFFF"/>
        </a:dk2>
        <a:lt2>
          <a:srgbClr val="009999"/>
        </a:lt2>
        <a:accent1>
          <a:srgbClr val="33CCCC"/>
        </a:accent1>
        <a:accent2>
          <a:srgbClr val="008080"/>
        </a:accent2>
        <a:accent3>
          <a:srgbClr val="ADB2B1"/>
        </a:accent3>
        <a:accent4>
          <a:srgbClr val="DCDCDC"/>
        </a:accent4>
        <a:accent5>
          <a:srgbClr val="ADE2E2"/>
        </a:accent5>
        <a:accent6>
          <a:srgbClr val="007272"/>
        </a:accent6>
        <a:hlink>
          <a:srgbClr val="FFCC00"/>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99"/>
        </a:lt1>
        <a:dk2>
          <a:srgbClr val="FFFFFF"/>
        </a:dk2>
        <a:lt2>
          <a:srgbClr val="006699"/>
        </a:lt2>
        <a:accent1>
          <a:srgbClr val="0099CC"/>
        </a:accent1>
        <a:accent2>
          <a:srgbClr val="0386AF"/>
        </a:accent2>
        <a:accent3>
          <a:srgbClr val="ADADCA"/>
        </a:accent3>
        <a:accent4>
          <a:srgbClr val="DCDCDC"/>
        </a:accent4>
        <a:accent5>
          <a:srgbClr val="AACAE2"/>
        </a:accent5>
        <a:accent6>
          <a:srgbClr val="02789D"/>
        </a:accent6>
        <a:hlink>
          <a:srgbClr val="FFCC00"/>
        </a:hlink>
        <a:folHlink>
          <a:srgbClr val="6699FF"/>
        </a:folHlink>
      </a:clrScheme>
      <a:clrMap bg1="lt1" tx1="dk1" bg2="lt2" tx2="dk2" accent1="accent1" accent2="accent2" accent3="accent3" accent4="accent4" accent5="accent5" accent6="accent6" hlink="hlink" folHlink="folHlink"/>
    </a:extraClrScheme>
    <a:extraClrScheme>
      <a:clrScheme name="">
        <a:dk1>
          <a:srgbClr val="FFFFFF"/>
        </a:dk1>
        <a:lt1>
          <a:srgbClr val="2F978D"/>
        </a:lt1>
        <a:dk2>
          <a:srgbClr val="FFFFFF"/>
        </a:dk2>
        <a:lt2>
          <a:srgbClr val="008080"/>
        </a:lt2>
        <a:accent1>
          <a:srgbClr val="0099FF"/>
        </a:accent1>
        <a:accent2>
          <a:srgbClr val="009999"/>
        </a:accent2>
        <a:accent3>
          <a:srgbClr val="ADC9C5"/>
        </a:accent3>
        <a:accent4>
          <a:srgbClr val="DCDCDC"/>
        </a:accent4>
        <a:accent5>
          <a:srgbClr val="AACAFF"/>
        </a:accent5>
        <a:accent6>
          <a:srgbClr val="008989"/>
        </a:accent6>
        <a:hlink>
          <a:srgbClr val="FFFFCC"/>
        </a:hlink>
        <a:folHlink>
          <a:srgbClr val="70CAC6"/>
        </a:folHlink>
      </a:clrScheme>
      <a:clrMap bg1="lt1" tx1="dk1" bg2="lt2" tx2="dk2" accent1="accent1" accent2="accent2" accent3="accent3" accent4="accent4" accent5="accent5" accent6="accent6" hlink="hlink" folHlink="folHlink"/>
    </a:extraClrScheme>
    <a:extraClrScheme>
      <a:clrScheme name="">
        <a:dk1>
          <a:srgbClr val="FFFFFF"/>
        </a:dk1>
        <a:lt1>
          <a:srgbClr val="330000"/>
        </a:lt1>
        <a:dk2>
          <a:srgbClr val="FFFFFF"/>
        </a:dk2>
        <a:lt2>
          <a:srgbClr val="822504"/>
        </a:lt2>
        <a:accent1>
          <a:srgbClr val="FF9900"/>
        </a:accent1>
        <a:accent2>
          <a:srgbClr val="9E2A06"/>
        </a:accent2>
        <a:accent3>
          <a:srgbClr val="ADAAAA"/>
        </a:accent3>
        <a:accent4>
          <a:srgbClr val="DCDCDC"/>
        </a:accent4>
        <a:accent5>
          <a:srgbClr val="FFCAAA"/>
        </a:accent5>
        <a:accent6>
          <a:srgbClr val="8D2504"/>
        </a:accent6>
        <a:hlink>
          <a:srgbClr val="FF3300"/>
        </a:hlink>
        <a:folHlink>
          <a:srgbClr val="7C0704"/>
        </a:folHlink>
      </a:clrScheme>
      <a:clrMap bg1="lt1" tx1="dk1" bg2="lt2" tx2="dk2" accent1="accent1" accent2="accent2" accent3="accent3" accent4="accent4" accent5="accent5" accent6="accent6" hlink="hlink" folHlink="folHlink"/>
    </a:extraClrScheme>
    <a:extraClrScheme>
      <a:clrScheme name="">
        <a:dk1>
          <a:srgbClr val="FFFFFF"/>
        </a:dk1>
        <a:lt1>
          <a:srgbClr val="4A7911"/>
        </a:lt1>
        <a:dk2>
          <a:srgbClr val="FFFFFF"/>
        </a:dk2>
        <a:lt2>
          <a:srgbClr val="336600"/>
        </a:lt2>
        <a:accent1>
          <a:srgbClr val="666633"/>
        </a:accent1>
        <a:accent2>
          <a:srgbClr val="669900"/>
        </a:accent2>
        <a:accent3>
          <a:srgbClr val="B2BEAA"/>
        </a:accent3>
        <a:accent4>
          <a:srgbClr val="DCDCDC"/>
        </a:accent4>
        <a:accent5>
          <a:srgbClr val="B9B9AD"/>
        </a:accent5>
        <a:accent6>
          <a:srgbClr val="5B8900"/>
        </a:accent6>
        <a:hlink>
          <a:srgbClr val="FFCC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75B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B89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C0465"/>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192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CAEC1"/>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Crayons</Template>
  <TotalTime>0</TotalTime>
  <Words>2482</Words>
  <Application>Microsoft Office PowerPoint</Application>
  <PresentationFormat>全屏显示(4:3)</PresentationFormat>
  <Paragraphs>485</Paragraphs>
  <Slides>42</Slides>
  <Notes>2</Notes>
  <HiddenSlides>0</HiddenSlides>
  <MMClips>0</MMClips>
  <ScaleCrop>false</ScaleCrop>
  <HeadingPairs>
    <vt:vector size="8" baseType="variant">
      <vt:variant>
        <vt:lpstr>已用的字体</vt:lpstr>
      </vt:variant>
      <vt:variant>
        <vt:i4>10</vt:i4>
      </vt:variant>
      <vt:variant>
        <vt:lpstr>主题</vt:lpstr>
      </vt:variant>
      <vt:variant>
        <vt:i4>6</vt:i4>
      </vt:variant>
      <vt:variant>
        <vt:lpstr>嵌入 OLE 服务器</vt:lpstr>
      </vt:variant>
      <vt:variant>
        <vt:i4>1</vt:i4>
      </vt:variant>
      <vt:variant>
        <vt:lpstr>幻灯片标题</vt:lpstr>
      </vt:variant>
      <vt:variant>
        <vt:i4>42</vt:i4>
      </vt:variant>
    </vt:vector>
  </HeadingPairs>
  <TitlesOfParts>
    <vt:vector size="59" baseType="lpstr">
      <vt:lpstr>黑体</vt:lpstr>
      <vt:lpstr>华文琥珀</vt:lpstr>
      <vt:lpstr>楷体_GB2312</vt:lpstr>
      <vt:lpstr>宋体</vt:lpstr>
      <vt:lpstr>微软雅黑</vt:lpstr>
      <vt:lpstr>Arial</vt:lpstr>
      <vt:lpstr>Arial Black</vt:lpstr>
      <vt:lpstr>Tahoma</vt:lpstr>
      <vt:lpstr>Times New Roman</vt:lpstr>
      <vt:lpstr>Wingdings</vt:lpstr>
      <vt:lpstr>Blends</vt:lpstr>
      <vt:lpstr>默认设计模板</vt:lpstr>
      <vt:lpstr>计算机组成原理</vt:lpstr>
      <vt:lpstr>Pixel</vt:lpstr>
      <vt:lpstr>1_Pixel</vt:lpstr>
      <vt:lpstr>3_Pixel</vt:lpstr>
      <vt:lpstr>Paintbrush Picture</vt:lpstr>
      <vt:lpstr>计算机组成原理</vt:lpstr>
      <vt:lpstr>PowerPoint 演示文稿</vt:lpstr>
      <vt:lpstr>第一章 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3、计算机硬件的主要技术指标</vt:lpstr>
      <vt:lpstr>PowerPoint 演示文稿</vt:lpstr>
      <vt:lpstr>PowerPoint 演示文稿</vt:lpstr>
      <vt:lpstr>二、 计算机的软件系统</vt:lpstr>
      <vt:lpstr>PowerPoint 演示文稿</vt:lpstr>
      <vt:lpstr>目标程序</vt:lpstr>
      <vt:lpstr>汇编程序</vt:lpstr>
      <vt:lpstr>高级语言</vt:lpstr>
      <vt:lpstr>编译程序</vt:lpstr>
      <vt:lpstr>软件与硬件的逻辑等价性</vt:lpstr>
      <vt:lpstr>PowerPoint 演示文稿</vt:lpstr>
      <vt:lpstr>PowerPoint 演示文稿</vt:lpstr>
      <vt:lpstr>PowerPoint 演示文稿</vt:lpstr>
      <vt:lpstr>PowerPoint 演示文稿</vt:lpstr>
      <vt:lpstr>三、系统结构、组成与实现</vt:lpstr>
      <vt:lpstr>PowerPoint 演示文稿</vt:lpstr>
      <vt:lpstr>1.3 计算机的分类与应用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ZZU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计算机概述</dc:title>
  <dc:creator>SHI LEI</dc:creator>
  <cp:lastModifiedBy>杭阳</cp:lastModifiedBy>
  <cp:revision>214</cp:revision>
  <dcterms:created xsi:type="dcterms:W3CDTF">2004-03-09T07:29:00Z</dcterms:created>
  <dcterms:modified xsi:type="dcterms:W3CDTF">2024-06-18T02:15:27Z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9142A1A073BC4AF7A2E2411C80BF4036</vt:lpwstr>
  </property>
</Properties>
</file>